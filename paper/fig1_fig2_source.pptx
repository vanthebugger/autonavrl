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DCE98-4A55-4AB6-8AD2-D38D40CF52F3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B02C5-35EC-47DE-9430-D21A97DC8E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17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B02C5-35EC-47DE-9430-D21A97DC8E0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507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6E37F-2D31-626A-4274-A99C5C7EE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2E5507-9208-0796-A16E-24EDC83FE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A2A4F6-3F4B-6CE9-14DA-78CC1106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7D7237-46F0-1C5C-13D8-BB86253A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F14666-89EB-A7CB-7B29-88567C5F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D0E13-37BE-F8E5-0F93-1E0A1B29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B77CA1-DA8A-025A-BCA6-F35E891BC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930AA-8FCB-3FD6-52F8-BA77AA13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6CDE40-A287-66CC-63D6-E3CF9081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AB2D3-D2DE-1DBC-912D-3A2E55334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2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27760-FF68-F180-1C18-8A6C027B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C46D43-5690-CBC4-C79A-17371AC17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F5B697-C7A8-E3A1-3F2C-DBE3EEDF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BE7C-6A69-D955-F2B3-44496BDBE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8689FA-ED55-8A9B-4773-08A8A899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624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CF4F9-840E-80A7-56CF-3F6D4594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F462C-ADD5-AC44-A535-184C62631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D6919-4667-3DAD-A327-E35F4F5C0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382A8C-55E6-2934-77CE-B936A02F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536532-4925-73FF-C789-F46E9975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A46D3-54E9-B648-7601-05428FDA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81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9F96A-703C-3935-498B-BA0DB45A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443781-33A8-E0A6-30B5-7EE12703D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EAC024-0ACD-D1F0-2514-FE2726D52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EECEA5-5834-E450-5790-867E27FD7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9C808A-833B-FF5C-A7A6-C441FA0E0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3271F4-7636-4B35-E9BC-B3CC9003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A41D5A-D063-CF24-D858-D58AA0A7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7EE987-841D-6F1D-2BA4-DE0D3E10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18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0F2CB-E0EA-CDF6-D132-EE2957DA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5CD479-412F-88AB-4CF7-F3B7D78A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FF1936-2B47-F2DE-3704-E931482E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FB2288-FD26-F7B6-7042-699C6BFE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95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5F225E-E9CF-F3F1-F9B3-50EB31C3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F345CF-9672-1346-B690-891A5EE5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E87076-AB46-1E3D-0686-F9632F95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7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08DC8-BD9F-4105-B42B-BE7B5800F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27916-C3F8-2CDF-99D5-A8EDA639A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B00791-8D0C-D192-6F3D-986BF5B1A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EF8530-15D8-2F9A-5C41-745A9FE4D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7615EA-99BB-B3DC-8ED9-73F30EB0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5E0352-A7AD-60B7-7791-3CC0A35C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06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D31ED-9F41-5382-EA99-02E9DCA7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CE32E4-081C-F13C-152C-97BB03D6D9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7444E6-48CE-47CF-5B71-DE1421894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281D9C-19AD-38CE-FFA0-3BEE0DBD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5FBC4D-AB04-2305-58D4-A06E613E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96E825-045C-07EA-B50D-424AC0BF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1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22904-0FBA-6AB7-EFFE-FAC85721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5F458B-5E03-08B5-A695-F16FC7647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09CA3E-3E23-5CAC-C96F-704FAD8A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1BA5CA-8631-B2F4-1DB1-7E42681D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F54F30-63E1-436C-AD6F-1BC0124B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40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356726-AD95-DA15-BBBE-99D5CF2BD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3D1F0A-E6F2-05C1-1020-9E86D786E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73CD88-4668-E82B-F31B-2D937D7D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FB132E-20DC-E4DA-ED52-619DA2D1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2802BB-259A-C5CB-07F1-3013E25B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74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37E46B-628D-8ACE-7C6E-BCA3509A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74596C-1849-5B92-07DB-76525E6C2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B0BF6E-FDC5-900E-3E23-3B62FD6F9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BBC8B-12C1-4884-82EC-31EC71EF7F35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061FCC-69D2-D38B-50BC-9B429FBDC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0DC0B6-6A6E-63D8-A91E-014169EC1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ED28A-5B31-446A-9D21-120DE8261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78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矩形 278">
            <a:extLst>
              <a:ext uri="{FF2B5EF4-FFF2-40B4-BE49-F238E27FC236}">
                <a16:creationId xmlns:a16="http://schemas.microsoft.com/office/drawing/2014/main" id="{F830B84E-9269-8DFE-EE6A-C358DCEF2F27}"/>
              </a:ext>
            </a:extLst>
          </p:cNvPr>
          <p:cNvSpPr/>
          <p:nvPr/>
        </p:nvSpPr>
        <p:spPr>
          <a:xfrm>
            <a:off x="1068563" y="2385659"/>
            <a:ext cx="1551708" cy="1163797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9450DC-216F-59D3-5DD6-D2540BC72324}"/>
              </a:ext>
            </a:extLst>
          </p:cNvPr>
          <p:cNvSpPr/>
          <p:nvPr/>
        </p:nvSpPr>
        <p:spPr>
          <a:xfrm>
            <a:off x="1067232" y="852054"/>
            <a:ext cx="1551708" cy="1163797"/>
          </a:xfrm>
          <a:prstGeom prst="rect">
            <a:avLst/>
          </a:prstGeom>
          <a:ln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B35E84-C0C7-D771-0D11-7C17B112955C}"/>
              </a:ext>
            </a:extLst>
          </p:cNvPr>
          <p:cNvSpPr/>
          <p:nvPr/>
        </p:nvSpPr>
        <p:spPr>
          <a:xfrm>
            <a:off x="1237673" y="914400"/>
            <a:ext cx="1219632" cy="9204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D31AFF42-C91C-3687-5124-5ECE5A761DCC}"/>
              </a:ext>
            </a:extLst>
          </p:cNvPr>
          <p:cNvSpPr/>
          <p:nvPr/>
        </p:nvSpPr>
        <p:spPr>
          <a:xfrm>
            <a:off x="2651268" y="1365395"/>
            <a:ext cx="433677" cy="92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5F8D2ECF-A0A4-C675-770A-73D5CE4A0A16}"/>
              </a:ext>
            </a:extLst>
          </p:cNvPr>
          <p:cNvSpPr/>
          <p:nvPr/>
        </p:nvSpPr>
        <p:spPr>
          <a:xfrm>
            <a:off x="2651268" y="2959533"/>
            <a:ext cx="433677" cy="923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1B48EE2-18AF-05CA-8AE2-50E23C480F8A}"/>
              </a:ext>
            </a:extLst>
          </p:cNvPr>
          <p:cNvSpPr/>
          <p:nvPr/>
        </p:nvSpPr>
        <p:spPr>
          <a:xfrm>
            <a:off x="3140795" y="775854"/>
            <a:ext cx="1551708" cy="13485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DF000DBA-D4D0-AE15-3819-8DEC4752E60C}"/>
              </a:ext>
            </a:extLst>
          </p:cNvPr>
          <p:cNvSpPr/>
          <p:nvPr/>
        </p:nvSpPr>
        <p:spPr>
          <a:xfrm>
            <a:off x="4748353" y="1365395"/>
            <a:ext cx="433677" cy="9236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F8DD6E-3DE0-488E-A2CE-808B05677C72}"/>
              </a:ext>
            </a:extLst>
          </p:cNvPr>
          <p:cNvSpPr/>
          <p:nvPr/>
        </p:nvSpPr>
        <p:spPr>
          <a:xfrm>
            <a:off x="3140795" y="2340694"/>
            <a:ext cx="1551708" cy="1348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3513191B-4D0C-4D42-78D5-25F5F2339C17}"/>
              </a:ext>
            </a:extLst>
          </p:cNvPr>
          <p:cNvSpPr/>
          <p:nvPr/>
        </p:nvSpPr>
        <p:spPr>
          <a:xfrm>
            <a:off x="4748353" y="2930235"/>
            <a:ext cx="433677" cy="923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4E562C9-ED05-DF35-5211-4B5C72465DBA}"/>
              </a:ext>
            </a:extLst>
          </p:cNvPr>
          <p:cNvSpPr/>
          <p:nvPr/>
        </p:nvSpPr>
        <p:spPr>
          <a:xfrm>
            <a:off x="5246686" y="772680"/>
            <a:ext cx="119641" cy="1348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68A780C-C05E-1C14-6D10-242A2845BFF6}"/>
              </a:ext>
            </a:extLst>
          </p:cNvPr>
          <p:cNvSpPr/>
          <p:nvPr/>
        </p:nvSpPr>
        <p:spPr>
          <a:xfrm>
            <a:off x="5237880" y="2331459"/>
            <a:ext cx="119641" cy="13485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大括号 41">
            <a:extLst>
              <a:ext uri="{FF2B5EF4-FFF2-40B4-BE49-F238E27FC236}">
                <a16:creationId xmlns:a16="http://schemas.microsoft.com/office/drawing/2014/main" id="{6C87DF56-9C2C-0E99-DCE4-FEAF3A51F126}"/>
              </a:ext>
            </a:extLst>
          </p:cNvPr>
          <p:cNvSpPr/>
          <p:nvPr/>
        </p:nvSpPr>
        <p:spPr>
          <a:xfrm>
            <a:off x="5523345" y="772680"/>
            <a:ext cx="212868" cy="290728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70BF14E6-C8CF-F78A-8209-4D737090A815}"/>
                  </a:ext>
                </a:extLst>
              </p:cNvPr>
              <p:cNvSpPr/>
              <p:nvPr/>
            </p:nvSpPr>
            <p:spPr>
              <a:xfrm>
                <a:off x="5865522" y="772680"/>
                <a:ext cx="286327" cy="2945821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70BF14E6-C8CF-F78A-8209-4D737090A8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522" y="772680"/>
                <a:ext cx="286327" cy="2945821"/>
              </a:xfrm>
              <a:prstGeom prst="roundRect">
                <a:avLst/>
              </a:prstGeom>
              <a:blipFill>
                <a:blip r:embed="rId2"/>
                <a:stretch>
                  <a:fillRect l="-1224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箭头: 右 44">
            <a:extLst>
              <a:ext uri="{FF2B5EF4-FFF2-40B4-BE49-F238E27FC236}">
                <a16:creationId xmlns:a16="http://schemas.microsoft.com/office/drawing/2014/main" id="{695BD61F-192A-8C77-99EC-F39F7910B3EB}"/>
              </a:ext>
            </a:extLst>
          </p:cNvPr>
          <p:cNvSpPr/>
          <p:nvPr/>
        </p:nvSpPr>
        <p:spPr>
          <a:xfrm>
            <a:off x="6194352" y="2211982"/>
            <a:ext cx="433677" cy="92362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71A88BCE-FBA2-FE4F-9E9D-165F972D6446}"/>
              </a:ext>
            </a:extLst>
          </p:cNvPr>
          <p:cNvSpPr/>
          <p:nvPr/>
        </p:nvSpPr>
        <p:spPr>
          <a:xfrm>
            <a:off x="6194353" y="1119941"/>
            <a:ext cx="433677" cy="92362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04CA2B8B-CFA6-F218-295C-8ED7C171BEF2}"/>
              </a:ext>
            </a:extLst>
          </p:cNvPr>
          <p:cNvSpPr/>
          <p:nvPr/>
        </p:nvSpPr>
        <p:spPr>
          <a:xfrm>
            <a:off x="6188363" y="3282514"/>
            <a:ext cx="433677" cy="92362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流程图: 接点 147">
            <a:extLst>
              <a:ext uri="{FF2B5EF4-FFF2-40B4-BE49-F238E27FC236}">
                <a16:creationId xmlns:a16="http://schemas.microsoft.com/office/drawing/2014/main" id="{66BB2396-4949-17F6-D6C5-CE7F121AFC43}"/>
              </a:ext>
            </a:extLst>
          </p:cNvPr>
          <p:cNvSpPr/>
          <p:nvPr/>
        </p:nvSpPr>
        <p:spPr>
          <a:xfrm>
            <a:off x="6666346" y="2904520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流程图: 接点 148">
            <a:extLst>
              <a:ext uri="{FF2B5EF4-FFF2-40B4-BE49-F238E27FC236}">
                <a16:creationId xmlns:a16="http://schemas.microsoft.com/office/drawing/2014/main" id="{0B50F925-500E-F81C-D221-407757391F72}"/>
              </a:ext>
            </a:extLst>
          </p:cNvPr>
          <p:cNvSpPr/>
          <p:nvPr/>
        </p:nvSpPr>
        <p:spPr>
          <a:xfrm>
            <a:off x="6670967" y="3125624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流程图: 接点 149">
            <a:extLst>
              <a:ext uri="{FF2B5EF4-FFF2-40B4-BE49-F238E27FC236}">
                <a16:creationId xmlns:a16="http://schemas.microsoft.com/office/drawing/2014/main" id="{B12FD240-2E1A-5038-80DB-2C2D53A08E57}"/>
              </a:ext>
            </a:extLst>
          </p:cNvPr>
          <p:cNvSpPr/>
          <p:nvPr/>
        </p:nvSpPr>
        <p:spPr>
          <a:xfrm>
            <a:off x="6670967" y="3340082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流程图: 接点 177">
            <a:extLst>
              <a:ext uri="{FF2B5EF4-FFF2-40B4-BE49-F238E27FC236}">
                <a16:creationId xmlns:a16="http://schemas.microsoft.com/office/drawing/2014/main" id="{B0CEA5C0-EA87-42D4-1606-E5DE2A4F0645}"/>
              </a:ext>
            </a:extLst>
          </p:cNvPr>
          <p:cNvSpPr/>
          <p:nvPr/>
        </p:nvSpPr>
        <p:spPr>
          <a:xfrm>
            <a:off x="6670967" y="3562332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流程图: 接点 187">
            <a:extLst>
              <a:ext uri="{FF2B5EF4-FFF2-40B4-BE49-F238E27FC236}">
                <a16:creationId xmlns:a16="http://schemas.microsoft.com/office/drawing/2014/main" id="{411F95F8-6E1E-9D11-8612-AF735DECDAD7}"/>
              </a:ext>
            </a:extLst>
          </p:cNvPr>
          <p:cNvSpPr/>
          <p:nvPr/>
        </p:nvSpPr>
        <p:spPr>
          <a:xfrm>
            <a:off x="7077361" y="2903921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流程图: 接点 189">
            <a:extLst>
              <a:ext uri="{FF2B5EF4-FFF2-40B4-BE49-F238E27FC236}">
                <a16:creationId xmlns:a16="http://schemas.microsoft.com/office/drawing/2014/main" id="{8CBD8BEB-D20E-365B-DAB4-34638F54763E}"/>
              </a:ext>
            </a:extLst>
          </p:cNvPr>
          <p:cNvSpPr/>
          <p:nvPr/>
        </p:nvSpPr>
        <p:spPr>
          <a:xfrm>
            <a:off x="7081982" y="3125025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流程图: 接点 191">
            <a:extLst>
              <a:ext uri="{FF2B5EF4-FFF2-40B4-BE49-F238E27FC236}">
                <a16:creationId xmlns:a16="http://schemas.microsoft.com/office/drawing/2014/main" id="{FC3A2065-AD28-C473-7F6C-3EBE7784DBAD}"/>
              </a:ext>
            </a:extLst>
          </p:cNvPr>
          <p:cNvSpPr/>
          <p:nvPr/>
        </p:nvSpPr>
        <p:spPr>
          <a:xfrm>
            <a:off x="7081982" y="3339483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流程图: 接点 193">
            <a:extLst>
              <a:ext uri="{FF2B5EF4-FFF2-40B4-BE49-F238E27FC236}">
                <a16:creationId xmlns:a16="http://schemas.microsoft.com/office/drawing/2014/main" id="{B8731B64-30AB-720C-3025-4EE3E2F51F55}"/>
              </a:ext>
            </a:extLst>
          </p:cNvPr>
          <p:cNvSpPr/>
          <p:nvPr/>
        </p:nvSpPr>
        <p:spPr>
          <a:xfrm>
            <a:off x="7081982" y="3561733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流程图: 接点 195">
            <a:extLst>
              <a:ext uri="{FF2B5EF4-FFF2-40B4-BE49-F238E27FC236}">
                <a16:creationId xmlns:a16="http://schemas.microsoft.com/office/drawing/2014/main" id="{385CC733-5CED-9073-8BD9-06171F2829A5}"/>
              </a:ext>
            </a:extLst>
          </p:cNvPr>
          <p:cNvSpPr/>
          <p:nvPr/>
        </p:nvSpPr>
        <p:spPr>
          <a:xfrm>
            <a:off x="7440322" y="3008710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流程图: 接点 197">
            <a:extLst>
              <a:ext uri="{FF2B5EF4-FFF2-40B4-BE49-F238E27FC236}">
                <a16:creationId xmlns:a16="http://schemas.microsoft.com/office/drawing/2014/main" id="{E844406B-8503-C65E-EA1D-54FAA121347B}"/>
              </a:ext>
            </a:extLst>
          </p:cNvPr>
          <p:cNvSpPr/>
          <p:nvPr/>
        </p:nvSpPr>
        <p:spPr>
          <a:xfrm>
            <a:off x="7440322" y="3223168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流程图: 接点 199">
            <a:extLst>
              <a:ext uri="{FF2B5EF4-FFF2-40B4-BE49-F238E27FC236}">
                <a16:creationId xmlns:a16="http://schemas.microsoft.com/office/drawing/2014/main" id="{82F220F8-B389-F528-90FE-42875900A4BB}"/>
              </a:ext>
            </a:extLst>
          </p:cNvPr>
          <p:cNvSpPr/>
          <p:nvPr/>
        </p:nvSpPr>
        <p:spPr>
          <a:xfrm>
            <a:off x="7440322" y="3445418"/>
            <a:ext cx="180108" cy="15240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流程图: 接点 203">
            <a:extLst>
              <a:ext uri="{FF2B5EF4-FFF2-40B4-BE49-F238E27FC236}">
                <a16:creationId xmlns:a16="http://schemas.microsoft.com/office/drawing/2014/main" id="{AF3ED61C-DE47-92F0-D9B3-98A5A33E3306}"/>
              </a:ext>
            </a:extLst>
          </p:cNvPr>
          <p:cNvSpPr/>
          <p:nvPr/>
        </p:nvSpPr>
        <p:spPr>
          <a:xfrm>
            <a:off x="6670535" y="1955894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流程图: 接点 205">
            <a:extLst>
              <a:ext uri="{FF2B5EF4-FFF2-40B4-BE49-F238E27FC236}">
                <a16:creationId xmlns:a16="http://schemas.microsoft.com/office/drawing/2014/main" id="{54FD9325-8245-803C-B446-38682EE71535}"/>
              </a:ext>
            </a:extLst>
          </p:cNvPr>
          <p:cNvSpPr/>
          <p:nvPr/>
        </p:nvSpPr>
        <p:spPr>
          <a:xfrm>
            <a:off x="6670535" y="2170352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流程图: 接点 207">
            <a:extLst>
              <a:ext uri="{FF2B5EF4-FFF2-40B4-BE49-F238E27FC236}">
                <a16:creationId xmlns:a16="http://schemas.microsoft.com/office/drawing/2014/main" id="{F1703BF1-71F8-DB99-3BF6-A580ABA35158}"/>
              </a:ext>
            </a:extLst>
          </p:cNvPr>
          <p:cNvSpPr/>
          <p:nvPr/>
        </p:nvSpPr>
        <p:spPr>
          <a:xfrm>
            <a:off x="6670535" y="2392602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流程图: 接点 209">
            <a:extLst>
              <a:ext uri="{FF2B5EF4-FFF2-40B4-BE49-F238E27FC236}">
                <a16:creationId xmlns:a16="http://schemas.microsoft.com/office/drawing/2014/main" id="{3E2C8003-0A32-B3FE-5B58-EEB6CBAFCF84}"/>
              </a:ext>
            </a:extLst>
          </p:cNvPr>
          <p:cNvSpPr/>
          <p:nvPr/>
        </p:nvSpPr>
        <p:spPr>
          <a:xfrm>
            <a:off x="7068128" y="1834862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流程图: 接点 211">
            <a:extLst>
              <a:ext uri="{FF2B5EF4-FFF2-40B4-BE49-F238E27FC236}">
                <a16:creationId xmlns:a16="http://schemas.microsoft.com/office/drawing/2014/main" id="{A635585D-0DD4-AE58-A05E-6DF9A815E86A}"/>
              </a:ext>
            </a:extLst>
          </p:cNvPr>
          <p:cNvSpPr/>
          <p:nvPr/>
        </p:nvSpPr>
        <p:spPr>
          <a:xfrm>
            <a:off x="7072749" y="2055966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流程图: 接点 213">
            <a:extLst>
              <a:ext uri="{FF2B5EF4-FFF2-40B4-BE49-F238E27FC236}">
                <a16:creationId xmlns:a16="http://schemas.microsoft.com/office/drawing/2014/main" id="{498A78B9-4F85-B9CC-9555-6147BA2B32BB}"/>
              </a:ext>
            </a:extLst>
          </p:cNvPr>
          <p:cNvSpPr/>
          <p:nvPr/>
        </p:nvSpPr>
        <p:spPr>
          <a:xfrm>
            <a:off x="7072749" y="2270424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流程图: 接点 215">
            <a:extLst>
              <a:ext uri="{FF2B5EF4-FFF2-40B4-BE49-F238E27FC236}">
                <a16:creationId xmlns:a16="http://schemas.microsoft.com/office/drawing/2014/main" id="{0C3F430C-F2FF-7978-DE8C-5E1EBF8AB7F9}"/>
              </a:ext>
            </a:extLst>
          </p:cNvPr>
          <p:cNvSpPr/>
          <p:nvPr/>
        </p:nvSpPr>
        <p:spPr>
          <a:xfrm>
            <a:off x="7072749" y="2492674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流程图: 接点 217">
            <a:extLst>
              <a:ext uri="{FF2B5EF4-FFF2-40B4-BE49-F238E27FC236}">
                <a16:creationId xmlns:a16="http://schemas.microsoft.com/office/drawing/2014/main" id="{63AEDCE4-8A79-890D-5D7F-E6EDB7959524}"/>
              </a:ext>
            </a:extLst>
          </p:cNvPr>
          <p:cNvSpPr/>
          <p:nvPr/>
        </p:nvSpPr>
        <p:spPr>
          <a:xfrm>
            <a:off x="7431089" y="1939651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流程图: 接点 219">
            <a:extLst>
              <a:ext uri="{FF2B5EF4-FFF2-40B4-BE49-F238E27FC236}">
                <a16:creationId xmlns:a16="http://schemas.microsoft.com/office/drawing/2014/main" id="{1D4013F6-2A2E-E9A8-9D4E-3336B7DE1A5C}"/>
              </a:ext>
            </a:extLst>
          </p:cNvPr>
          <p:cNvSpPr/>
          <p:nvPr/>
        </p:nvSpPr>
        <p:spPr>
          <a:xfrm>
            <a:off x="7431089" y="2154109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流程图: 接点 221">
            <a:extLst>
              <a:ext uri="{FF2B5EF4-FFF2-40B4-BE49-F238E27FC236}">
                <a16:creationId xmlns:a16="http://schemas.microsoft.com/office/drawing/2014/main" id="{8302A0A8-823F-366F-6BB7-F3C4FB84CCEB}"/>
              </a:ext>
            </a:extLst>
          </p:cNvPr>
          <p:cNvSpPr/>
          <p:nvPr/>
        </p:nvSpPr>
        <p:spPr>
          <a:xfrm>
            <a:off x="7431089" y="2376359"/>
            <a:ext cx="180108" cy="15240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流程图: 接点 223">
            <a:extLst>
              <a:ext uri="{FF2B5EF4-FFF2-40B4-BE49-F238E27FC236}">
                <a16:creationId xmlns:a16="http://schemas.microsoft.com/office/drawing/2014/main" id="{78473771-22F8-DA4C-1664-F28DC4EDD1BD}"/>
              </a:ext>
            </a:extLst>
          </p:cNvPr>
          <p:cNvSpPr/>
          <p:nvPr/>
        </p:nvSpPr>
        <p:spPr>
          <a:xfrm>
            <a:off x="6670535" y="836050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流程图: 接点 225">
            <a:extLst>
              <a:ext uri="{FF2B5EF4-FFF2-40B4-BE49-F238E27FC236}">
                <a16:creationId xmlns:a16="http://schemas.microsoft.com/office/drawing/2014/main" id="{4215784D-71CC-5662-D483-5E8C5160E916}"/>
              </a:ext>
            </a:extLst>
          </p:cNvPr>
          <p:cNvSpPr/>
          <p:nvPr/>
        </p:nvSpPr>
        <p:spPr>
          <a:xfrm>
            <a:off x="6670535" y="1050508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流程图: 接点 227">
            <a:extLst>
              <a:ext uri="{FF2B5EF4-FFF2-40B4-BE49-F238E27FC236}">
                <a16:creationId xmlns:a16="http://schemas.microsoft.com/office/drawing/2014/main" id="{2E7EE461-0F28-C56B-44B8-09EFE8278723}"/>
              </a:ext>
            </a:extLst>
          </p:cNvPr>
          <p:cNvSpPr/>
          <p:nvPr/>
        </p:nvSpPr>
        <p:spPr>
          <a:xfrm>
            <a:off x="6670535" y="1272758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流程图: 接点 229">
            <a:extLst>
              <a:ext uri="{FF2B5EF4-FFF2-40B4-BE49-F238E27FC236}">
                <a16:creationId xmlns:a16="http://schemas.microsoft.com/office/drawing/2014/main" id="{87637DAF-0610-F84B-0CAD-16A03DB8E01E}"/>
              </a:ext>
            </a:extLst>
          </p:cNvPr>
          <p:cNvSpPr/>
          <p:nvPr/>
        </p:nvSpPr>
        <p:spPr>
          <a:xfrm>
            <a:off x="7068128" y="715018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流程图: 接点 231">
            <a:extLst>
              <a:ext uri="{FF2B5EF4-FFF2-40B4-BE49-F238E27FC236}">
                <a16:creationId xmlns:a16="http://schemas.microsoft.com/office/drawing/2014/main" id="{681BE7BE-6491-E7B3-0BC2-F26E03675EE8}"/>
              </a:ext>
            </a:extLst>
          </p:cNvPr>
          <p:cNvSpPr/>
          <p:nvPr/>
        </p:nvSpPr>
        <p:spPr>
          <a:xfrm>
            <a:off x="7072749" y="936122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流程图: 接点 233">
            <a:extLst>
              <a:ext uri="{FF2B5EF4-FFF2-40B4-BE49-F238E27FC236}">
                <a16:creationId xmlns:a16="http://schemas.microsoft.com/office/drawing/2014/main" id="{8218509D-060A-5EC3-3814-941795D4FC14}"/>
              </a:ext>
            </a:extLst>
          </p:cNvPr>
          <p:cNvSpPr/>
          <p:nvPr/>
        </p:nvSpPr>
        <p:spPr>
          <a:xfrm>
            <a:off x="7072749" y="1150580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流程图: 接点 235">
            <a:extLst>
              <a:ext uri="{FF2B5EF4-FFF2-40B4-BE49-F238E27FC236}">
                <a16:creationId xmlns:a16="http://schemas.microsoft.com/office/drawing/2014/main" id="{E133F7D9-ECDC-597E-4CD1-06BEF1C816E5}"/>
              </a:ext>
            </a:extLst>
          </p:cNvPr>
          <p:cNvSpPr/>
          <p:nvPr/>
        </p:nvSpPr>
        <p:spPr>
          <a:xfrm>
            <a:off x="7072749" y="1372830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流程图: 接点 239">
            <a:extLst>
              <a:ext uri="{FF2B5EF4-FFF2-40B4-BE49-F238E27FC236}">
                <a16:creationId xmlns:a16="http://schemas.microsoft.com/office/drawing/2014/main" id="{C6C6A568-3DDE-6766-F650-4C6981D0F2FA}"/>
              </a:ext>
            </a:extLst>
          </p:cNvPr>
          <p:cNvSpPr/>
          <p:nvPr/>
        </p:nvSpPr>
        <p:spPr>
          <a:xfrm>
            <a:off x="7418683" y="898107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流程图: 接点 241">
            <a:extLst>
              <a:ext uri="{FF2B5EF4-FFF2-40B4-BE49-F238E27FC236}">
                <a16:creationId xmlns:a16="http://schemas.microsoft.com/office/drawing/2014/main" id="{034322C2-996F-7D50-BE01-AA082DFB61D1}"/>
              </a:ext>
            </a:extLst>
          </p:cNvPr>
          <p:cNvSpPr/>
          <p:nvPr/>
        </p:nvSpPr>
        <p:spPr>
          <a:xfrm>
            <a:off x="7418683" y="1211669"/>
            <a:ext cx="180108" cy="152401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AC7D952B-E92E-33C3-1F22-1A628780C4FB}"/>
              </a:ext>
            </a:extLst>
          </p:cNvPr>
          <p:cNvCxnSpPr>
            <a:stCxn id="224" idx="6"/>
            <a:endCxn id="230" idx="2"/>
          </p:cNvCxnSpPr>
          <p:nvPr/>
        </p:nvCxnSpPr>
        <p:spPr>
          <a:xfrm flipV="1">
            <a:off x="6850643" y="791219"/>
            <a:ext cx="217485" cy="12103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54A9E2EC-B38A-D8A1-F187-7344395E075D}"/>
              </a:ext>
            </a:extLst>
          </p:cNvPr>
          <p:cNvCxnSpPr>
            <a:stCxn id="224" idx="6"/>
            <a:endCxn id="232" idx="2"/>
          </p:cNvCxnSpPr>
          <p:nvPr/>
        </p:nvCxnSpPr>
        <p:spPr>
          <a:xfrm>
            <a:off x="6850643" y="912251"/>
            <a:ext cx="222106" cy="10007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>
            <a:extLst>
              <a:ext uri="{FF2B5EF4-FFF2-40B4-BE49-F238E27FC236}">
                <a16:creationId xmlns:a16="http://schemas.microsoft.com/office/drawing/2014/main" id="{F096A211-BB99-A7E5-3930-F2F7098CE189}"/>
              </a:ext>
            </a:extLst>
          </p:cNvPr>
          <p:cNvCxnSpPr>
            <a:stCxn id="224" idx="6"/>
            <a:endCxn id="234" idx="2"/>
          </p:cNvCxnSpPr>
          <p:nvPr/>
        </p:nvCxnSpPr>
        <p:spPr>
          <a:xfrm>
            <a:off x="6850643" y="912251"/>
            <a:ext cx="222106" cy="31453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0973A2F8-3452-F5AB-D5C3-30E9FB48C712}"/>
              </a:ext>
            </a:extLst>
          </p:cNvPr>
          <p:cNvCxnSpPr>
            <a:stCxn id="224" idx="6"/>
            <a:endCxn id="236" idx="3"/>
          </p:cNvCxnSpPr>
          <p:nvPr/>
        </p:nvCxnSpPr>
        <p:spPr>
          <a:xfrm>
            <a:off x="6850643" y="912251"/>
            <a:ext cx="248482" cy="59066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761F521F-9F39-8199-EA94-01210BF0A636}"/>
              </a:ext>
            </a:extLst>
          </p:cNvPr>
          <p:cNvCxnSpPr>
            <a:stCxn id="226" idx="6"/>
            <a:endCxn id="230" idx="2"/>
          </p:cNvCxnSpPr>
          <p:nvPr/>
        </p:nvCxnSpPr>
        <p:spPr>
          <a:xfrm flipV="1">
            <a:off x="6850643" y="791219"/>
            <a:ext cx="217485" cy="3354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C314D33F-C331-653E-D078-850A9A460705}"/>
              </a:ext>
            </a:extLst>
          </p:cNvPr>
          <p:cNvCxnSpPr>
            <a:stCxn id="226" idx="6"/>
            <a:endCxn id="232" idx="2"/>
          </p:cNvCxnSpPr>
          <p:nvPr/>
        </p:nvCxnSpPr>
        <p:spPr>
          <a:xfrm flipV="1">
            <a:off x="6850643" y="1012323"/>
            <a:ext cx="222106" cy="11438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AB5F0661-51E6-EBED-3818-4F659D478CFB}"/>
              </a:ext>
            </a:extLst>
          </p:cNvPr>
          <p:cNvCxnSpPr>
            <a:stCxn id="226" idx="6"/>
            <a:endCxn id="234" idx="2"/>
          </p:cNvCxnSpPr>
          <p:nvPr/>
        </p:nvCxnSpPr>
        <p:spPr>
          <a:xfrm>
            <a:off x="6850643" y="1126709"/>
            <a:ext cx="222106" cy="10007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420B95A3-A07F-7F96-4073-C2CDFFB202D6}"/>
              </a:ext>
            </a:extLst>
          </p:cNvPr>
          <p:cNvCxnSpPr>
            <a:stCxn id="226" idx="6"/>
            <a:endCxn id="236" idx="2"/>
          </p:cNvCxnSpPr>
          <p:nvPr/>
        </p:nvCxnSpPr>
        <p:spPr>
          <a:xfrm>
            <a:off x="6850643" y="1126709"/>
            <a:ext cx="222106" cy="32232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16C9226F-A4BB-84A6-6132-DD448ECE102B}"/>
              </a:ext>
            </a:extLst>
          </p:cNvPr>
          <p:cNvCxnSpPr>
            <a:stCxn id="228" idx="6"/>
            <a:endCxn id="230" idx="2"/>
          </p:cNvCxnSpPr>
          <p:nvPr/>
        </p:nvCxnSpPr>
        <p:spPr>
          <a:xfrm flipV="1">
            <a:off x="6850643" y="791219"/>
            <a:ext cx="217485" cy="55774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5C3C8619-6DC3-F3FF-C7F5-08C2086610C3}"/>
              </a:ext>
            </a:extLst>
          </p:cNvPr>
          <p:cNvCxnSpPr>
            <a:stCxn id="228" idx="6"/>
            <a:endCxn id="232" idx="2"/>
          </p:cNvCxnSpPr>
          <p:nvPr/>
        </p:nvCxnSpPr>
        <p:spPr>
          <a:xfrm flipV="1">
            <a:off x="6850643" y="1012323"/>
            <a:ext cx="222106" cy="33663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1425DCC7-660A-D404-9C1E-E488EDEEF628}"/>
              </a:ext>
            </a:extLst>
          </p:cNvPr>
          <p:cNvCxnSpPr>
            <a:stCxn id="228" idx="6"/>
            <a:endCxn id="234" idx="2"/>
          </p:cNvCxnSpPr>
          <p:nvPr/>
        </p:nvCxnSpPr>
        <p:spPr>
          <a:xfrm flipV="1">
            <a:off x="6850643" y="1226781"/>
            <a:ext cx="222106" cy="12217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712DD319-4B63-C19E-763A-CF97B6906A19}"/>
              </a:ext>
            </a:extLst>
          </p:cNvPr>
          <p:cNvCxnSpPr>
            <a:stCxn id="228" idx="6"/>
            <a:endCxn id="236" idx="2"/>
          </p:cNvCxnSpPr>
          <p:nvPr/>
        </p:nvCxnSpPr>
        <p:spPr>
          <a:xfrm>
            <a:off x="6850643" y="1348959"/>
            <a:ext cx="222106" cy="10007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5DBEE19A-F4F7-E556-DB94-0F75E1681F6E}"/>
              </a:ext>
            </a:extLst>
          </p:cNvPr>
          <p:cNvCxnSpPr>
            <a:stCxn id="230" idx="6"/>
            <a:endCxn id="240" idx="2"/>
          </p:cNvCxnSpPr>
          <p:nvPr/>
        </p:nvCxnSpPr>
        <p:spPr>
          <a:xfrm>
            <a:off x="7248236" y="791219"/>
            <a:ext cx="170447" cy="18308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4AB03A85-6C1E-F314-3E85-BBE1114B5E09}"/>
              </a:ext>
            </a:extLst>
          </p:cNvPr>
          <p:cNvCxnSpPr>
            <a:stCxn id="230" idx="6"/>
            <a:endCxn id="242" idx="2"/>
          </p:cNvCxnSpPr>
          <p:nvPr/>
        </p:nvCxnSpPr>
        <p:spPr>
          <a:xfrm>
            <a:off x="7248236" y="791219"/>
            <a:ext cx="170447" cy="49665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E7B30C1F-C131-358C-8CA0-BD26868F8E4E}"/>
              </a:ext>
            </a:extLst>
          </p:cNvPr>
          <p:cNvCxnSpPr>
            <a:stCxn id="232" idx="6"/>
            <a:endCxn id="240" idx="1"/>
          </p:cNvCxnSpPr>
          <p:nvPr/>
        </p:nvCxnSpPr>
        <p:spPr>
          <a:xfrm flipV="1">
            <a:off x="7252857" y="974308"/>
            <a:ext cx="165826" cy="380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1CF0C78E-6735-FCC9-776E-BF238879ABD1}"/>
              </a:ext>
            </a:extLst>
          </p:cNvPr>
          <p:cNvCxnSpPr>
            <a:stCxn id="232" idx="6"/>
            <a:endCxn id="242" idx="2"/>
          </p:cNvCxnSpPr>
          <p:nvPr/>
        </p:nvCxnSpPr>
        <p:spPr>
          <a:xfrm>
            <a:off x="7252857" y="1012323"/>
            <a:ext cx="165826" cy="27554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CD09397D-D67D-E0BA-DA7A-D40495AF6C43}"/>
              </a:ext>
            </a:extLst>
          </p:cNvPr>
          <p:cNvCxnSpPr>
            <a:stCxn id="234" idx="6"/>
            <a:endCxn id="240" idx="2"/>
          </p:cNvCxnSpPr>
          <p:nvPr/>
        </p:nvCxnSpPr>
        <p:spPr>
          <a:xfrm flipV="1">
            <a:off x="7252857" y="974308"/>
            <a:ext cx="165826" cy="25247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4CCCE888-AE1E-E238-F3DA-4342BF5BCC8F}"/>
              </a:ext>
            </a:extLst>
          </p:cNvPr>
          <p:cNvCxnSpPr>
            <a:stCxn id="234" idx="6"/>
            <a:endCxn id="242" idx="2"/>
          </p:cNvCxnSpPr>
          <p:nvPr/>
        </p:nvCxnSpPr>
        <p:spPr>
          <a:xfrm>
            <a:off x="7252857" y="1226781"/>
            <a:ext cx="165826" cy="6108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接连接符 281">
            <a:extLst>
              <a:ext uri="{FF2B5EF4-FFF2-40B4-BE49-F238E27FC236}">
                <a16:creationId xmlns:a16="http://schemas.microsoft.com/office/drawing/2014/main" id="{D30DA0FA-5FBC-12BA-0326-88DC451932A0}"/>
              </a:ext>
            </a:extLst>
          </p:cNvPr>
          <p:cNvCxnSpPr>
            <a:stCxn id="236" idx="6"/>
            <a:endCxn id="240" idx="2"/>
          </p:cNvCxnSpPr>
          <p:nvPr/>
        </p:nvCxnSpPr>
        <p:spPr>
          <a:xfrm flipV="1">
            <a:off x="7252857" y="974308"/>
            <a:ext cx="165826" cy="47472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连接符 283">
            <a:extLst>
              <a:ext uri="{FF2B5EF4-FFF2-40B4-BE49-F238E27FC236}">
                <a16:creationId xmlns:a16="http://schemas.microsoft.com/office/drawing/2014/main" id="{D5EA6D0D-9A98-B63B-1348-EE45D6F7F6FF}"/>
              </a:ext>
            </a:extLst>
          </p:cNvPr>
          <p:cNvCxnSpPr>
            <a:stCxn id="236" idx="6"/>
            <a:endCxn id="242" idx="2"/>
          </p:cNvCxnSpPr>
          <p:nvPr/>
        </p:nvCxnSpPr>
        <p:spPr>
          <a:xfrm flipV="1">
            <a:off x="7252857" y="1287870"/>
            <a:ext cx="165826" cy="16116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D59A2340-A4BD-ABC6-0BB0-761DA954A253}"/>
              </a:ext>
            </a:extLst>
          </p:cNvPr>
          <p:cNvCxnSpPr>
            <a:stCxn id="204" idx="6"/>
            <a:endCxn id="210" idx="2"/>
          </p:cNvCxnSpPr>
          <p:nvPr/>
        </p:nvCxnSpPr>
        <p:spPr>
          <a:xfrm flipV="1">
            <a:off x="6850643" y="1911063"/>
            <a:ext cx="217485" cy="12103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2" name="直接连接符 291">
            <a:extLst>
              <a:ext uri="{FF2B5EF4-FFF2-40B4-BE49-F238E27FC236}">
                <a16:creationId xmlns:a16="http://schemas.microsoft.com/office/drawing/2014/main" id="{2104C687-3FCD-03BF-C260-CE478519EF08}"/>
              </a:ext>
            </a:extLst>
          </p:cNvPr>
          <p:cNvCxnSpPr>
            <a:stCxn id="204" idx="6"/>
            <a:endCxn id="214" idx="3"/>
          </p:cNvCxnSpPr>
          <p:nvPr/>
        </p:nvCxnSpPr>
        <p:spPr>
          <a:xfrm>
            <a:off x="6850643" y="2032095"/>
            <a:ext cx="248482" cy="36841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BF5F4435-0C47-3C8A-AFED-135A4963396E}"/>
              </a:ext>
            </a:extLst>
          </p:cNvPr>
          <p:cNvCxnSpPr>
            <a:stCxn id="204" idx="6"/>
            <a:endCxn id="216" idx="2"/>
          </p:cNvCxnSpPr>
          <p:nvPr/>
        </p:nvCxnSpPr>
        <p:spPr>
          <a:xfrm>
            <a:off x="6850643" y="2032095"/>
            <a:ext cx="222106" cy="53678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914B5E8F-56C4-3596-BF57-2B14308F848C}"/>
              </a:ext>
            </a:extLst>
          </p:cNvPr>
          <p:cNvCxnSpPr>
            <a:stCxn id="206" idx="6"/>
            <a:endCxn id="210" idx="2"/>
          </p:cNvCxnSpPr>
          <p:nvPr/>
        </p:nvCxnSpPr>
        <p:spPr>
          <a:xfrm flipV="1">
            <a:off x="6850643" y="1911063"/>
            <a:ext cx="217485" cy="33549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F58A0350-5D6A-A98D-3ABD-4356E45F7CD6}"/>
              </a:ext>
            </a:extLst>
          </p:cNvPr>
          <p:cNvCxnSpPr>
            <a:stCxn id="206" idx="6"/>
            <a:endCxn id="212" idx="2"/>
          </p:cNvCxnSpPr>
          <p:nvPr/>
        </p:nvCxnSpPr>
        <p:spPr>
          <a:xfrm flipV="1">
            <a:off x="6850643" y="2132167"/>
            <a:ext cx="222106" cy="11438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8D361EAA-1D04-3487-4BD9-AAD66BE6E73F}"/>
              </a:ext>
            </a:extLst>
          </p:cNvPr>
          <p:cNvCxnSpPr>
            <a:stCxn id="204" idx="6"/>
            <a:endCxn id="212" idx="2"/>
          </p:cNvCxnSpPr>
          <p:nvPr/>
        </p:nvCxnSpPr>
        <p:spPr>
          <a:xfrm>
            <a:off x="6850643" y="2032095"/>
            <a:ext cx="222106" cy="10007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BBF4FD41-D71C-43DA-B257-8BBC6F650F52}"/>
              </a:ext>
            </a:extLst>
          </p:cNvPr>
          <p:cNvCxnSpPr>
            <a:stCxn id="206" idx="6"/>
            <a:endCxn id="214" idx="2"/>
          </p:cNvCxnSpPr>
          <p:nvPr/>
        </p:nvCxnSpPr>
        <p:spPr>
          <a:xfrm>
            <a:off x="6850643" y="2246553"/>
            <a:ext cx="222106" cy="10007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65508B80-422A-B38A-2A51-69559E6EF5FE}"/>
              </a:ext>
            </a:extLst>
          </p:cNvPr>
          <p:cNvCxnSpPr>
            <a:stCxn id="206" idx="6"/>
            <a:endCxn id="216" idx="2"/>
          </p:cNvCxnSpPr>
          <p:nvPr/>
        </p:nvCxnSpPr>
        <p:spPr>
          <a:xfrm>
            <a:off x="6850643" y="2246553"/>
            <a:ext cx="222106" cy="32232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6" name="直接连接符 305">
            <a:extLst>
              <a:ext uri="{FF2B5EF4-FFF2-40B4-BE49-F238E27FC236}">
                <a16:creationId xmlns:a16="http://schemas.microsoft.com/office/drawing/2014/main" id="{01670C7E-7E68-4062-AE4E-2D2937305E24}"/>
              </a:ext>
            </a:extLst>
          </p:cNvPr>
          <p:cNvCxnSpPr>
            <a:stCxn id="208" idx="6"/>
            <a:endCxn id="210" idx="2"/>
          </p:cNvCxnSpPr>
          <p:nvPr/>
        </p:nvCxnSpPr>
        <p:spPr>
          <a:xfrm flipV="1">
            <a:off x="6850643" y="1911063"/>
            <a:ext cx="217485" cy="55774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9CD913A8-58DA-EA21-7A17-E03A91DA8A29}"/>
              </a:ext>
            </a:extLst>
          </p:cNvPr>
          <p:cNvCxnSpPr>
            <a:stCxn id="208" idx="6"/>
            <a:endCxn id="212" idx="2"/>
          </p:cNvCxnSpPr>
          <p:nvPr/>
        </p:nvCxnSpPr>
        <p:spPr>
          <a:xfrm flipV="1">
            <a:off x="6850643" y="2132167"/>
            <a:ext cx="222106" cy="33663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0509604B-CB4A-96CA-C41F-959B7BD6D078}"/>
              </a:ext>
            </a:extLst>
          </p:cNvPr>
          <p:cNvCxnSpPr>
            <a:stCxn id="208" idx="6"/>
            <a:endCxn id="214" idx="2"/>
          </p:cNvCxnSpPr>
          <p:nvPr/>
        </p:nvCxnSpPr>
        <p:spPr>
          <a:xfrm flipV="1">
            <a:off x="6850643" y="2346625"/>
            <a:ext cx="222106" cy="12217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2" name="直接连接符 311">
            <a:extLst>
              <a:ext uri="{FF2B5EF4-FFF2-40B4-BE49-F238E27FC236}">
                <a16:creationId xmlns:a16="http://schemas.microsoft.com/office/drawing/2014/main" id="{72167F7C-AF25-8BDF-C9F4-7C9EE38CDFC8}"/>
              </a:ext>
            </a:extLst>
          </p:cNvPr>
          <p:cNvCxnSpPr>
            <a:stCxn id="208" idx="6"/>
            <a:endCxn id="216" idx="2"/>
          </p:cNvCxnSpPr>
          <p:nvPr/>
        </p:nvCxnSpPr>
        <p:spPr>
          <a:xfrm>
            <a:off x="6850643" y="2468803"/>
            <a:ext cx="222106" cy="10007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F2D83A37-8399-0F99-CF7F-CCD7A9B730CA}"/>
              </a:ext>
            </a:extLst>
          </p:cNvPr>
          <p:cNvCxnSpPr>
            <a:stCxn id="210" idx="6"/>
            <a:endCxn id="218" idx="2"/>
          </p:cNvCxnSpPr>
          <p:nvPr/>
        </p:nvCxnSpPr>
        <p:spPr>
          <a:xfrm>
            <a:off x="7248236" y="1911063"/>
            <a:ext cx="182853" cy="10478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6" name="直接连接符 315">
            <a:extLst>
              <a:ext uri="{FF2B5EF4-FFF2-40B4-BE49-F238E27FC236}">
                <a16:creationId xmlns:a16="http://schemas.microsoft.com/office/drawing/2014/main" id="{77BC7E2D-1651-E88A-C2E7-6B19ECB57F74}"/>
              </a:ext>
            </a:extLst>
          </p:cNvPr>
          <p:cNvCxnSpPr>
            <a:stCxn id="210" idx="6"/>
            <a:endCxn id="220" idx="2"/>
          </p:cNvCxnSpPr>
          <p:nvPr/>
        </p:nvCxnSpPr>
        <p:spPr>
          <a:xfrm>
            <a:off x="7248236" y="1911063"/>
            <a:ext cx="182853" cy="31924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8" name="直接连接符 317">
            <a:extLst>
              <a:ext uri="{FF2B5EF4-FFF2-40B4-BE49-F238E27FC236}">
                <a16:creationId xmlns:a16="http://schemas.microsoft.com/office/drawing/2014/main" id="{822669E2-5036-AF67-502D-254F3DF01218}"/>
              </a:ext>
            </a:extLst>
          </p:cNvPr>
          <p:cNvCxnSpPr>
            <a:stCxn id="210" idx="6"/>
            <a:endCxn id="222" idx="2"/>
          </p:cNvCxnSpPr>
          <p:nvPr/>
        </p:nvCxnSpPr>
        <p:spPr>
          <a:xfrm>
            <a:off x="7248236" y="1911063"/>
            <a:ext cx="182853" cy="54149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0" name="直接连接符 319">
            <a:extLst>
              <a:ext uri="{FF2B5EF4-FFF2-40B4-BE49-F238E27FC236}">
                <a16:creationId xmlns:a16="http://schemas.microsoft.com/office/drawing/2014/main" id="{7B67C71E-BA7A-6F44-B2E5-1B3C6B48DB26}"/>
              </a:ext>
            </a:extLst>
          </p:cNvPr>
          <p:cNvCxnSpPr>
            <a:stCxn id="212" idx="6"/>
            <a:endCxn id="218" idx="2"/>
          </p:cNvCxnSpPr>
          <p:nvPr/>
        </p:nvCxnSpPr>
        <p:spPr>
          <a:xfrm flipV="1">
            <a:off x="7252857" y="2015852"/>
            <a:ext cx="178232" cy="11631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E60832F2-8CA7-2031-4964-5E2F5431E82B}"/>
              </a:ext>
            </a:extLst>
          </p:cNvPr>
          <p:cNvCxnSpPr>
            <a:stCxn id="212" idx="6"/>
            <a:endCxn id="220" idx="2"/>
          </p:cNvCxnSpPr>
          <p:nvPr/>
        </p:nvCxnSpPr>
        <p:spPr>
          <a:xfrm>
            <a:off x="7252857" y="2132167"/>
            <a:ext cx="178232" cy="9814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90D03A6B-CDF7-DCED-F3F1-5715804CF25A}"/>
              </a:ext>
            </a:extLst>
          </p:cNvPr>
          <p:cNvCxnSpPr>
            <a:stCxn id="212" idx="6"/>
            <a:endCxn id="222" idx="2"/>
          </p:cNvCxnSpPr>
          <p:nvPr/>
        </p:nvCxnSpPr>
        <p:spPr>
          <a:xfrm>
            <a:off x="7252857" y="2132167"/>
            <a:ext cx="178232" cy="32039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6" name="直接连接符 325">
            <a:extLst>
              <a:ext uri="{FF2B5EF4-FFF2-40B4-BE49-F238E27FC236}">
                <a16:creationId xmlns:a16="http://schemas.microsoft.com/office/drawing/2014/main" id="{00BA9C83-E6DE-96CC-C809-82A701056F3D}"/>
              </a:ext>
            </a:extLst>
          </p:cNvPr>
          <p:cNvCxnSpPr>
            <a:stCxn id="214" idx="6"/>
            <a:endCxn id="218" idx="2"/>
          </p:cNvCxnSpPr>
          <p:nvPr/>
        </p:nvCxnSpPr>
        <p:spPr>
          <a:xfrm flipV="1">
            <a:off x="7252857" y="2015852"/>
            <a:ext cx="178232" cy="33077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8" name="直接连接符 327">
            <a:extLst>
              <a:ext uri="{FF2B5EF4-FFF2-40B4-BE49-F238E27FC236}">
                <a16:creationId xmlns:a16="http://schemas.microsoft.com/office/drawing/2014/main" id="{E2960883-EFC2-2F00-981C-F32104559CD9}"/>
              </a:ext>
            </a:extLst>
          </p:cNvPr>
          <p:cNvCxnSpPr>
            <a:stCxn id="214" idx="6"/>
            <a:endCxn id="220" idx="2"/>
          </p:cNvCxnSpPr>
          <p:nvPr/>
        </p:nvCxnSpPr>
        <p:spPr>
          <a:xfrm flipV="1">
            <a:off x="7252857" y="2230310"/>
            <a:ext cx="178232" cy="11631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0" name="直接连接符 329">
            <a:extLst>
              <a:ext uri="{FF2B5EF4-FFF2-40B4-BE49-F238E27FC236}">
                <a16:creationId xmlns:a16="http://schemas.microsoft.com/office/drawing/2014/main" id="{C8E096B6-39FF-9D85-C8EE-2447E7FAD4CB}"/>
              </a:ext>
            </a:extLst>
          </p:cNvPr>
          <p:cNvCxnSpPr>
            <a:stCxn id="214" idx="6"/>
            <a:endCxn id="222" idx="2"/>
          </p:cNvCxnSpPr>
          <p:nvPr/>
        </p:nvCxnSpPr>
        <p:spPr>
          <a:xfrm>
            <a:off x="7252857" y="2346625"/>
            <a:ext cx="178232" cy="10593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6F388999-35E4-A0FD-CABE-2BE8258F0345}"/>
              </a:ext>
            </a:extLst>
          </p:cNvPr>
          <p:cNvCxnSpPr>
            <a:stCxn id="216" idx="6"/>
            <a:endCxn id="218" idx="2"/>
          </p:cNvCxnSpPr>
          <p:nvPr/>
        </p:nvCxnSpPr>
        <p:spPr>
          <a:xfrm flipV="1">
            <a:off x="7252857" y="2015852"/>
            <a:ext cx="178232" cy="55302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4" name="直接连接符 333">
            <a:extLst>
              <a:ext uri="{FF2B5EF4-FFF2-40B4-BE49-F238E27FC236}">
                <a16:creationId xmlns:a16="http://schemas.microsoft.com/office/drawing/2014/main" id="{9836F9EE-7751-0D44-7E56-0DE31F4813FF}"/>
              </a:ext>
            </a:extLst>
          </p:cNvPr>
          <p:cNvCxnSpPr>
            <a:stCxn id="216" idx="6"/>
            <a:endCxn id="220" idx="2"/>
          </p:cNvCxnSpPr>
          <p:nvPr/>
        </p:nvCxnSpPr>
        <p:spPr>
          <a:xfrm flipV="1">
            <a:off x="7252857" y="2230310"/>
            <a:ext cx="178232" cy="33856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6" name="直接连接符 335">
            <a:extLst>
              <a:ext uri="{FF2B5EF4-FFF2-40B4-BE49-F238E27FC236}">
                <a16:creationId xmlns:a16="http://schemas.microsoft.com/office/drawing/2014/main" id="{62590ECE-FC72-04C0-AABF-ABFF93789419}"/>
              </a:ext>
            </a:extLst>
          </p:cNvPr>
          <p:cNvCxnSpPr>
            <a:stCxn id="216" idx="6"/>
            <a:endCxn id="222" idx="2"/>
          </p:cNvCxnSpPr>
          <p:nvPr/>
        </p:nvCxnSpPr>
        <p:spPr>
          <a:xfrm flipV="1">
            <a:off x="7252857" y="2452560"/>
            <a:ext cx="178232" cy="11631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0" name="直接连接符 339">
            <a:extLst>
              <a:ext uri="{FF2B5EF4-FFF2-40B4-BE49-F238E27FC236}">
                <a16:creationId xmlns:a16="http://schemas.microsoft.com/office/drawing/2014/main" id="{310B40C3-A2D1-29B9-D46B-8211A720C0E2}"/>
              </a:ext>
            </a:extLst>
          </p:cNvPr>
          <p:cNvCxnSpPr>
            <a:stCxn id="148" idx="6"/>
            <a:endCxn id="188" idx="2"/>
          </p:cNvCxnSpPr>
          <p:nvPr/>
        </p:nvCxnSpPr>
        <p:spPr>
          <a:xfrm flipV="1">
            <a:off x="6846454" y="2980122"/>
            <a:ext cx="230907" cy="59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2" name="直接连接符 341">
            <a:extLst>
              <a:ext uri="{FF2B5EF4-FFF2-40B4-BE49-F238E27FC236}">
                <a16:creationId xmlns:a16="http://schemas.microsoft.com/office/drawing/2014/main" id="{A497D1EB-FC4E-2205-9D5F-9229587C277B}"/>
              </a:ext>
            </a:extLst>
          </p:cNvPr>
          <p:cNvCxnSpPr>
            <a:stCxn id="148" idx="6"/>
            <a:endCxn id="190" idx="2"/>
          </p:cNvCxnSpPr>
          <p:nvPr/>
        </p:nvCxnSpPr>
        <p:spPr>
          <a:xfrm>
            <a:off x="6846454" y="2980721"/>
            <a:ext cx="235528" cy="22050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4" name="直接连接符 343">
            <a:extLst>
              <a:ext uri="{FF2B5EF4-FFF2-40B4-BE49-F238E27FC236}">
                <a16:creationId xmlns:a16="http://schemas.microsoft.com/office/drawing/2014/main" id="{E456BFAD-B8F8-1984-901C-6A7BB1FEE919}"/>
              </a:ext>
            </a:extLst>
          </p:cNvPr>
          <p:cNvCxnSpPr>
            <a:stCxn id="148" idx="6"/>
            <a:endCxn id="192" idx="2"/>
          </p:cNvCxnSpPr>
          <p:nvPr/>
        </p:nvCxnSpPr>
        <p:spPr>
          <a:xfrm>
            <a:off x="6846454" y="2980721"/>
            <a:ext cx="235528" cy="43496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6" name="直接连接符 345">
            <a:extLst>
              <a:ext uri="{FF2B5EF4-FFF2-40B4-BE49-F238E27FC236}">
                <a16:creationId xmlns:a16="http://schemas.microsoft.com/office/drawing/2014/main" id="{FCD946F7-0C39-A752-1FEF-4E61673C154D}"/>
              </a:ext>
            </a:extLst>
          </p:cNvPr>
          <p:cNvCxnSpPr>
            <a:stCxn id="148" idx="6"/>
            <a:endCxn id="194" idx="2"/>
          </p:cNvCxnSpPr>
          <p:nvPr/>
        </p:nvCxnSpPr>
        <p:spPr>
          <a:xfrm>
            <a:off x="6846454" y="2980721"/>
            <a:ext cx="235528" cy="65721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8" name="直接连接符 347">
            <a:extLst>
              <a:ext uri="{FF2B5EF4-FFF2-40B4-BE49-F238E27FC236}">
                <a16:creationId xmlns:a16="http://schemas.microsoft.com/office/drawing/2014/main" id="{6EED1967-87EA-0CB1-B0B4-F035AC08DB85}"/>
              </a:ext>
            </a:extLst>
          </p:cNvPr>
          <p:cNvCxnSpPr>
            <a:stCxn id="149" idx="6"/>
            <a:endCxn id="188" idx="2"/>
          </p:cNvCxnSpPr>
          <p:nvPr/>
        </p:nvCxnSpPr>
        <p:spPr>
          <a:xfrm flipV="1">
            <a:off x="6851075" y="2980122"/>
            <a:ext cx="226286" cy="22170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0" name="直接连接符 349">
            <a:extLst>
              <a:ext uri="{FF2B5EF4-FFF2-40B4-BE49-F238E27FC236}">
                <a16:creationId xmlns:a16="http://schemas.microsoft.com/office/drawing/2014/main" id="{78488AA2-F9DF-0409-3AF7-C7277D7CC7D5}"/>
              </a:ext>
            </a:extLst>
          </p:cNvPr>
          <p:cNvCxnSpPr>
            <a:stCxn id="149" idx="6"/>
            <a:endCxn id="190" idx="2"/>
          </p:cNvCxnSpPr>
          <p:nvPr/>
        </p:nvCxnSpPr>
        <p:spPr>
          <a:xfrm flipV="1">
            <a:off x="6851075" y="3201226"/>
            <a:ext cx="230907" cy="59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C83F010C-AE6D-BAF1-AD99-03684B614E47}"/>
              </a:ext>
            </a:extLst>
          </p:cNvPr>
          <p:cNvCxnSpPr>
            <a:stCxn id="149" idx="6"/>
            <a:endCxn id="192" idx="2"/>
          </p:cNvCxnSpPr>
          <p:nvPr/>
        </p:nvCxnSpPr>
        <p:spPr>
          <a:xfrm>
            <a:off x="6851075" y="3201825"/>
            <a:ext cx="230907" cy="21385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4" name="直接连接符 353">
            <a:extLst>
              <a:ext uri="{FF2B5EF4-FFF2-40B4-BE49-F238E27FC236}">
                <a16:creationId xmlns:a16="http://schemas.microsoft.com/office/drawing/2014/main" id="{67A08B44-B3DA-558C-A890-37AEA96E2838}"/>
              </a:ext>
            </a:extLst>
          </p:cNvPr>
          <p:cNvCxnSpPr>
            <a:stCxn id="149" idx="6"/>
            <a:endCxn id="194" idx="2"/>
          </p:cNvCxnSpPr>
          <p:nvPr/>
        </p:nvCxnSpPr>
        <p:spPr>
          <a:xfrm>
            <a:off x="6851075" y="3201825"/>
            <a:ext cx="230907" cy="43610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6" name="直接连接符 355">
            <a:extLst>
              <a:ext uri="{FF2B5EF4-FFF2-40B4-BE49-F238E27FC236}">
                <a16:creationId xmlns:a16="http://schemas.microsoft.com/office/drawing/2014/main" id="{E3C41573-8079-79AC-D76B-866ADC9D26F2}"/>
              </a:ext>
            </a:extLst>
          </p:cNvPr>
          <p:cNvCxnSpPr>
            <a:stCxn id="150" idx="6"/>
            <a:endCxn id="188" idx="2"/>
          </p:cNvCxnSpPr>
          <p:nvPr/>
        </p:nvCxnSpPr>
        <p:spPr>
          <a:xfrm flipV="1">
            <a:off x="6851075" y="2980122"/>
            <a:ext cx="226286" cy="43616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B217BC22-1943-653C-99A8-0C37C215E677}"/>
              </a:ext>
            </a:extLst>
          </p:cNvPr>
          <p:cNvCxnSpPr>
            <a:stCxn id="150" idx="6"/>
            <a:endCxn id="190" idx="2"/>
          </p:cNvCxnSpPr>
          <p:nvPr/>
        </p:nvCxnSpPr>
        <p:spPr>
          <a:xfrm flipV="1">
            <a:off x="6851075" y="3201226"/>
            <a:ext cx="230907" cy="21505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0" name="直接连接符 359">
            <a:extLst>
              <a:ext uri="{FF2B5EF4-FFF2-40B4-BE49-F238E27FC236}">
                <a16:creationId xmlns:a16="http://schemas.microsoft.com/office/drawing/2014/main" id="{B18E910F-CC29-68D1-191A-967EF013EAE9}"/>
              </a:ext>
            </a:extLst>
          </p:cNvPr>
          <p:cNvCxnSpPr>
            <a:stCxn id="150" idx="6"/>
            <a:endCxn id="192" idx="2"/>
          </p:cNvCxnSpPr>
          <p:nvPr/>
        </p:nvCxnSpPr>
        <p:spPr>
          <a:xfrm flipV="1">
            <a:off x="6851075" y="3415684"/>
            <a:ext cx="230907" cy="59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2" name="直接连接符 361">
            <a:extLst>
              <a:ext uri="{FF2B5EF4-FFF2-40B4-BE49-F238E27FC236}">
                <a16:creationId xmlns:a16="http://schemas.microsoft.com/office/drawing/2014/main" id="{7E1FCEBF-F297-D5E3-8506-D4B029D8E9A8}"/>
              </a:ext>
            </a:extLst>
          </p:cNvPr>
          <p:cNvCxnSpPr>
            <a:stCxn id="150" idx="6"/>
            <a:endCxn id="194" idx="2"/>
          </p:cNvCxnSpPr>
          <p:nvPr/>
        </p:nvCxnSpPr>
        <p:spPr>
          <a:xfrm>
            <a:off x="6851075" y="3416283"/>
            <a:ext cx="230907" cy="22165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4" name="直接连接符 363">
            <a:extLst>
              <a:ext uri="{FF2B5EF4-FFF2-40B4-BE49-F238E27FC236}">
                <a16:creationId xmlns:a16="http://schemas.microsoft.com/office/drawing/2014/main" id="{361A2C92-34A1-2F01-423F-4407E064F806}"/>
              </a:ext>
            </a:extLst>
          </p:cNvPr>
          <p:cNvCxnSpPr>
            <a:stCxn id="178" idx="6"/>
            <a:endCxn id="188" idx="2"/>
          </p:cNvCxnSpPr>
          <p:nvPr/>
        </p:nvCxnSpPr>
        <p:spPr>
          <a:xfrm flipV="1">
            <a:off x="6851075" y="2980122"/>
            <a:ext cx="226286" cy="65841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6" name="直接连接符 365">
            <a:extLst>
              <a:ext uri="{FF2B5EF4-FFF2-40B4-BE49-F238E27FC236}">
                <a16:creationId xmlns:a16="http://schemas.microsoft.com/office/drawing/2014/main" id="{A4C47866-71EF-BDD3-93AC-2E6D6D81AB08}"/>
              </a:ext>
            </a:extLst>
          </p:cNvPr>
          <p:cNvCxnSpPr>
            <a:stCxn id="178" idx="6"/>
            <a:endCxn id="190" idx="2"/>
          </p:cNvCxnSpPr>
          <p:nvPr/>
        </p:nvCxnSpPr>
        <p:spPr>
          <a:xfrm flipV="1">
            <a:off x="6851075" y="3201226"/>
            <a:ext cx="230907" cy="4373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8" name="直接连接符 367">
            <a:extLst>
              <a:ext uri="{FF2B5EF4-FFF2-40B4-BE49-F238E27FC236}">
                <a16:creationId xmlns:a16="http://schemas.microsoft.com/office/drawing/2014/main" id="{7DF9DE77-FEE9-8874-C449-F5DD640E7F99}"/>
              </a:ext>
            </a:extLst>
          </p:cNvPr>
          <p:cNvCxnSpPr>
            <a:stCxn id="178" idx="6"/>
            <a:endCxn id="192" idx="2"/>
          </p:cNvCxnSpPr>
          <p:nvPr/>
        </p:nvCxnSpPr>
        <p:spPr>
          <a:xfrm flipV="1">
            <a:off x="6851075" y="3415684"/>
            <a:ext cx="230907" cy="22284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0" name="直接连接符 369">
            <a:extLst>
              <a:ext uri="{FF2B5EF4-FFF2-40B4-BE49-F238E27FC236}">
                <a16:creationId xmlns:a16="http://schemas.microsoft.com/office/drawing/2014/main" id="{C923D824-C058-55AE-1F61-DA83B49B0D4F}"/>
              </a:ext>
            </a:extLst>
          </p:cNvPr>
          <p:cNvCxnSpPr>
            <a:stCxn id="178" idx="6"/>
            <a:endCxn id="194" idx="2"/>
          </p:cNvCxnSpPr>
          <p:nvPr/>
        </p:nvCxnSpPr>
        <p:spPr>
          <a:xfrm flipV="1">
            <a:off x="6851075" y="3637934"/>
            <a:ext cx="230907" cy="59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2" name="直接连接符 371">
            <a:extLst>
              <a:ext uri="{FF2B5EF4-FFF2-40B4-BE49-F238E27FC236}">
                <a16:creationId xmlns:a16="http://schemas.microsoft.com/office/drawing/2014/main" id="{382EE862-8697-D829-028E-F7C19B5042CF}"/>
              </a:ext>
            </a:extLst>
          </p:cNvPr>
          <p:cNvCxnSpPr>
            <a:stCxn id="188" idx="6"/>
            <a:endCxn id="196" idx="2"/>
          </p:cNvCxnSpPr>
          <p:nvPr/>
        </p:nvCxnSpPr>
        <p:spPr>
          <a:xfrm>
            <a:off x="7257469" y="2980122"/>
            <a:ext cx="182853" cy="10478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4" name="直接连接符 373">
            <a:extLst>
              <a:ext uri="{FF2B5EF4-FFF2-40B4-BE49-F238E27FC236}">
                <a16:creationId xmlns:a16="http://schemas.microsoft.com/office/drawing/2014/main" id="{6578E289-E925-8EA3-BE38-8AD58C529B21}"/>
              </a:ext>
            </a:extLst>
          </p:cNvPr>
          <p:cNvCxnSpPr>
            <a:stCxn id="188" idx="6"/>
            <a:endCxn id="198" idx="2"/>
          </p:cNvCxnSpPr>
          <p:nvPr/>
        </p:nvCxnSpPr>
        <p:spPr>
          <a:xfrm>
            <a:off x="7257469" y="2980122"/>
            <a:ext cx="182853" cy="31924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6" name="直接连接符 375">
            <a:extLst>
              <a:ext uri="{FF2B5EF4-FFF2-40B4-BE49-F238E27FC236}">
                <a16:creationId xmlns:a16="http://schemas.microsoft.com/office/drawing/2014/main" id="{2B0143FF-DFC9-5E6B-AD4E-C935BCDDC39A}"/>
              </a:ext>
            </a:extLst>
          </p:cNvPr>
          <p:cNvCxnSpPr>
            <a:stCxn id="188" idx="6"/>
            <a:endCxn id="200" idx="2"/>
          </p:cNvCxnSpPr>
          <p:nvPr/>
        </p:nvCxnSpPr>
        <p:spPr>
          <a:xfrm>
            <a:off x="7257469" y="2980122"/>
            <a:ext cx="182853" cy="54149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0" name="直接连接符 379">
            <a:extLst>
              <a:ext uri="{FF2B5EF4-FFF2-40B4-BE49-F238E27FC236}">
                <a16:creationId xmlns:a16="http://schemas.microsoft.com/office/drawing/2014/main" id="{B683FDF4-2BD1-90CF-5BCC-08CDD2976434}"/>
              </a:ext>
            </a:extLst>
          </p:cNvPr>
          <p:cNvCxnSpPr>
            <a:stCxn id="190" idx="6"/>
            <a:endCxn id="196" idx="2"/>
          </p:cNvCxnSpPr>
          <p:nvPr/>
        </p:nvCxnSpPr>
        <p:spPr>
          <a:xfrm flipV="1">
            <a:off x="7262090" y="3084911"/>
            <a:ext cx="178232" cy="11631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2" name="直接连接符 381">
            <a:extLst>
              <a:ext uri="{FF2B5EF4-FFF2-40B4-BE49-F238E27FC236}">
                <a16:creationId xmlns:a16="http://schemas.microsoft.com/office/drawing/2014/main" id="{9BCDC8F2-BF94-75A7-04C4-C71DE4291985}"/>
              </a:ext>
            </a:extLst>
          </p:cNvPr>
          <p:cNvCxnSpPr>
            <a:stCxn id="192" idx="6"/>
            <a:endCxn id="198" idx="2"/>
          </p:cNvCxnSpPr>
          <p:nvPr/>
        </p:nvCxnSpPr>
        <p:spPr>
          <a:xfrm flipV="1">
            <a:off x="7262090" y="3299369"/>
            <a:ext cx="178232" cy="11631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4" name="直接连接符 383">
            <a:extLst>
              <a:ext uri="{FF2B5EF4-FFF2-40B4-BE49-F238E27FC236}">
                <a16:creationId xmlns:a16="http://schemas.microsoft.com/office/drawing/2014/main" id="{60F26527-2E2E-BABB-CE03-B7E302931E3B}"/>
              </a:ext>
            </a:extLst>
          </p:cNvPr>
          <p:cNvCxnSpPr>
            <a:stCxn id="192" idx="6"/>
            <a:endCxn id="200" idx="2"/>
          </p:cNvCxnSpPr>
          <p:nvPr/>
        </p:nvCxnSpPr>
        <p:spPr>
          <a:xfrm>
            <a:off x="7262090" y="3415684"/>
            <a:ext cx="178232" cy="10593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6" name="直接连接符 385">
            <a:extLst>
              <a:ext uri="{FF2B5EF4-FFF2-40B4-BE49-F238E27FC236}">
                <a16:creationId xmlns:a16="http://schemas.microsoft.com/office/drawing/2014/main" id="{76325BDD-A883-BD93-F29D-8E34BEF3121F}"/>
              </a:ext>
            </a:extLst>
          </p:cNvPr>
          <p:cNvCxnSpPr>
            <a:stCxn id="194" idx="6"/>
            <a:endCxn id="196" idx="2"/>
          </p:cNvCxnSpPr>
          <p:nvPr/>
        </p:nvCxnSpPr>
        <p:spPr>
          <a:xfrm flipV="1">
            <a:off x="7262090" y="3084911"/>
            <a:ext cx="178232" cy="55302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8" name="直接连接符 387">
            <a:extLst>
              <a:ext uri="{FF2B5EF4-FFF2-40B4-BE49-F238E27FC236}">
                <a16:creationId xmlns:a16="http://schemas.microsoft.com/office/drawing/2014/main" id="{DBF2DDFB-DD7D-F2A7-B34D-3C10EE4F3EEB}"/>
              </a:ext>
            </a:extLst>
          </p:cNvPr>
          <p:cNvCxnSpPr>
            <a:stCxn id="194" idx="6"/>
            <a:endCxn id="198" idx="2"/>
          </p:cNvCxnSpPr>
          <p:nvPr/>
        </p:nvCxnSpPr>
        <p:spPr>
          <a:xfrm flipV="1">
            <a:off x="7262090" y="3299369"/>
            <a:ext cx="178232" cy="33856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0396DCF6-9E94-07A0-C073-6C0752F313A9}"/>
              </a:ext>
            </a:extLst>
          </p:cNvPr>
          <p:cNvCxnSpPr>
            <a:stCxn id="194" idx="6"/>
            <a:endCxn id="200" idx="2"/>
          </p:cNvCxnSpPr>
          <p:nvPr/>
        </p:nvCxnSpPr>
        <p:spPr>
          <a:xfrm flipV="1">
            <a:off x="7262090" y="3521619"/>
            <a:ext cx="178232" cy="11631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08C587BB-1D88-D9A4-4D4C-771407A43D1E}"/>
              </a:ext>
            </a:extLst>
          </p:cNvPr>
          <p:cNvCxnSpPr>
            <a:stCxn id="190" idx="6"/>
            <a:endCxn id="198" idx="2"/>
          </p:cNvCxnSpPr>
          <p:nvPr/>
        </p:nvCxnSpPr>
        <p:spPr>
          <a:xfrm>
            <a:off x="7262090" y="3201226"/>
            <a:ext cx="178232" cy="9814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4" name="直接连接符 393">
            <a:extLst>
              <a:ext uri="{FF2B5EF4-FFF2-40B4-BE49-F238E27FC236}">
                <a16:creationId xmlns:a16="http://schemas.microsoft.com/office/drawing/2014/main" id="{2432E5FF-3784-8619-2985-87D2895E1E5F}"/>
              </a:ext>
            </a:extLst>
          </p:cNvPr>
          <p:cNvCxnSpPr>
            <a:stCxn id="190" idx="6"/>
            <a:endCxn id="200" idx="2"/>
          </p:cNvCxnSpPr>
          <p:nvPr/>
        </p:nvCxnSpPr>
        <p:spPr>
          <a:xfrm>
            <a:off x="7262090" y="3201226"/>
            <a:ext cx="178232" cy="32039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6" name="直接连接符 395">
            <a:extLst>
              <a:ext uri="{FF2B5EF4-FFF2-40B4-BE49-F238E27FC236}">
                <a16:creationId xmlns:a16="http://schemas.microsoft.com/office/drawing/2014/main" id="{49E877C0-F4A9-B0F7-E76F-12F978C9DE5E}"/>
              </a:ext>
            </a:extLst>
          </p:cNvPr>
          <p:cNvCxnSpPr>
            <a:stCxn id="192" idx="6"/>
            <a:endCxn id="196" idx="2"/>
          </p:cNvCxnSpPr>
          <p:nvPr/>
        </p:nvCxnSpPr>
        <p:spPr>
          <a:xfrm flipV="1">
            <a:off x="7262090" y="3084911"/>
            <a:ext cx="178232" cy="33077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06" name="文本框 405">
            <a:extLst>
              <a:ext uri="{FF2B5EF4-FFF2-40B4-BE49-F238E27FC236}">
                <a16:creationId xmlns:a16="http://schemas.microsoft.com/office/drawing/2014/main" id="{C9993881-A08C-0FAB-747A-F979645D49E9}"/>
              </a:ext>
            </a:extLst>
          </p:cNvPr>
          <p:cNvSpPr txBox="1"/>
          <p:nvPr/>
        </p:nvSpPr>
        <p:spPr>
          <a:xfrm>
            <a:off x="6281158" y="3705368"/>
            <a:ext cx="1851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Value Network (Critic)</a:t>
            </a:r>
            <a:endParaRPr lang="zh-CN" altLang="en-US" sz="1000" dirty="0">
              <a:solidFill>
                <a:schemeClr val="accent5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28" name="文本框 427">
            <a:extLst>
              <a:ext uri="{FF2B5EF4-FFF2-40B4-BE49-F238E27FC236}">
                <a16:creationId xmlns:a16="http://schemas.microsoft.com/office/drawing/2014/main" id="{A1F01AF7-0066-B578-3D14-88DAC3B84A0B}"/>
              </a:ext>
            </a:extLst>
          </p:cNvPr>
          <p:cNvSpPr txBox="1"/>
          <p:nvPr/>
        </p:nvSpPr>
        <p:spPr>
          <a:xfrm>
            <a:off x="6241585" y="2632582"/>
            <a:ext cx="1851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4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Policy Network (Actor)</a:t>
            </a:r>
            <a:endParaRPr lang="zh-CN" altLang="en-US" sz="1000" dirty="0">
              <a:solidFill>
                <a:schemeClr val="accent4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A36CA6AD-2501-655F-A243-BC5531D47141}"/>
              </a:ext>
            </a:extLst>
          </p:cNvPr>
          <p:cNvSpPr txBox="1"/>
          <p:nvPr/>
        </p:nvSpPr>
        <p:spPr>
          <a:xfrm>
            <a:off x="6694600" y="1576177"/>
            <a:ext cx="1851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AVO Shield</a:t>
            </a:r>
            <a:endParaRPr lang="zh-CN" altLang="en-US" sz="1000" dirty="0">
              <a:solidFill>
                <a:schemeClr val="accent6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箭头: 左弧形 2">
            <a:extLst>
              <a:ext uri="{FF2B5EF4-FFF2-40B4-BE49-F238E27FC236}">
                <a16:creationId xmlns:a16="http://schemas.microsoft.com/office/drawing/2014/main" id="{9C5055AA-5527-5DAC-04A4-21CBD1F672B3}"/>
              </a:ext>
            </a:extLst>
          </p:cNvPr>
          <p:cNvSpPr/>
          <p:nvPr/>
        </p:nvSpPr>
        <p:spPr>
          <a:xfrm rot="10800000">
            <a:off x="7707436" y="2247245"/>
            <a:ext cx="321822" cy="1052123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左弧形 5">
            <a:extLst>
              <a:ext uri="{FF2B5EF4-FFF2-40B4-BE49-F238E27FC236}">
                <a16:creationId xmlns:a16="http://schemas.microsoft.com/office/drawing/2014/main" id="{1437B687-0DFB-1E4F-A07D-8CAAC5F06566}"/>
              </a:ext>
            </a:extLst>
          </p:cNvPr>
          <p:cNvSpPr/>
          <p:nvPr/>
        </p:nvSpPr>
        <p:spPr>
          <a:xfrm rot="10800000">
            <a:off x="7647715" y="1200012"/>
            <a:ext cx="321822" cy="814761"/>
          </a:xfrm>
          <a:prstGeom prst="curvedRightArrow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24C4B5-C676-3ABF-38A5-4067CB58A6C2}"/>
              </a:ext>
            </a:extLst>
          </p:cNvPr>
          <p:cNvSpPr txBox="1"/>
          <p:nvPr/>
        </p:nvSpPr>
        <p:spPr>
          <a:xfrm>
            <a:off x="3292740" y="2116666"/>
            <a:ext cx="1851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LiDAR MLP-GRU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C00D3E-5CB2-D140-DF7D-A4F99664FDBC}"/>
              </a:ext>
            </a:extLst>
          </p:cNvPr>
          <p:cNvSpPr txBox="1"/>
          <p:nvPr/>
        </p:nvSpPr>
        <p:spPr>
          <a:xfrm>
            <a:off x="298953" y="3595354"/>
            <a:ext cx="2712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Internal States</a:t>
            </a:r>
          </a:p>
          <a:p>
            <a:pPr algn="ctr"/>
            <a:endParaRPr lang="en-US" altLang="zh-CN" sz="1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C52958D5-AA61-0D20-7D93-CE43F99C19B0}"/>
              </a:ext>
            </a:extLst>
          </p:cNvPr>
          <p:cNvSpPr/>
          <p:nvPr/>
        </p:nvSpPr>
        <p:spPr>
          <a:xfrm rot="8196999">
            <a:off x="3272218" y="2493956"/>
            <a:ext cx="579836" cy="888220"/>
          </a:xfrm>
          <a:prstGeom prst="cube">
            <a:avLst>
              <a:gd name="adj" fmla="val 84871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立方体 28">
            <a:extLst>
              <a:ext uri="{FF2B5EF4-FFF2-40B4-BE49-F238E27FC236}">
                <a16:creationId xmlns:a16="http://schemas.microsoft.com/office/drawing/2014/main" id="{FCEA4472-668A-0035-01C0-FC48EFBB1FBD}"/>
              </a:ext>
            </a:extLst>
          </p:cNvPr>
          <p:cNvSpPr/>
          <p:nvPr/>
        </p:nvSpPr>
        <p:spPr>
          <a:xfrm rot="8196999">
            <a:off x="3710632" y="2628477"/>
            <a:ext cx="481100" cy="720393"/>
          </a:xfrm>
          <a:prstGeom prst="cube">
            <a:avLst>
              <a:gd name="adj" fmla="val 84871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立方体 36">
            <a:extLst>
              <a:ext uri="{FF2B5EF4-FFF2-40B4-BE49-F238E27FC236}">
                <a16:creationId xmlns:a16="http://schemas.microsoft.com/office/drawing/2014/main" id="{3DC1B283-96D0-5E5C-6786-45CA6F521B2C}"/>
              </a:ext>
            </a:extLst>
          </p:cNvPr>
          <p:cNvSpPr/>
          <p:nvPr/>
        </p:nvSpPr>
        <p:spPr>
          <a:xfrm rot="8196999">
            <a:off x="4112497" y="2818125"/>
            <a:ext cx="341577" cy="477759"/>
          </a:xfrm>
          <a:prstGeom prst="cube">
            <a:avLst>
              <a:gd name="adj" fmla="val 84871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60B7706-0620-E187-0F7F-7B58B6AADA22}"/>
              </a:ext>
            </a:extLst>
          </p:cNvPr>
          <p:cNvSpPr txBox="1"/>
          <p:nvPr/>
        </p:nvSpPr>
        <p:spPr>
          <a:xfrm>
            <a:off x="4344161" y="279175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924C21-8559-2CFB-D488-362AF27DF95B}"/>
              </a:ext>
            </a:extLst>
          </p:cNvPr>
          <p:cNvSpPr txBox="1"/>
          <p:nvPr/>
        </p:nvSpPr>
        <p:spPr>
          <a:xfrm>
            <a:off x="3087772" y="282104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0" name="立方体 49">
            <a:extLst>
              <a:ext uri="{FF2B5EF4-FFF2-40B4-BE49-F238E27FC236}">
                <a16:creationId xmlns:a16="http://schemas.microsoft.com/office/drawing/2014/main" id="{3BADC988-BFBC-D15C-586A-3452FACD4FA3}"/>
              </a:ext>
            </a:extLst>
          </p:cNvPr>
          <p:cNvSpPr/>
          <p:nvPr/>
        </p:nvSpPr>
        <p:spPr>
          <a:xfrm rot="8196999">
            <a:off x="3310780" y="928719"/>
            <a:ext cx="579836" cy="888220"/>
          </a:xfrm>
          <a:prstGeom prst="cube">
            <a:avLst>
              <a:gd name="adj" fmla="val 84871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立方体 51">
            <a:extLst>
              <a:ext uri="{FF2B5EF4-FFF2-40B4-BE49-F238E27FC236}">
                <a16:creationId xmlns:a16="http://schemas.microsoft.com/office/drawing/2014/main" id="{D678B179-BDA6-520E-3E4A-9AD3A3E365A8}"/>
              </a:ext>
            </a:extLst>
          </p:cNvPr>
          <p:cNvSpPr/>
          <p:nvPr/>
        </p:nvSpPr>
        <p:spPr>
          <a:xfrm rot="8196999">
            <a:off x="3749194" y="1063240"/>
            <a:ext cx="481100" cy="720393"/>
          </a:xfrm>
          <a:prstGeom prst="cube">
            <a:avLst>
              <a:gd name="adj" fmla="val 84871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立方体 53">
            <a:extLst>
              <a:ext uri="{FF2B5EF4-FFF2-40B4-BE49-F238E27FC236}">
                <a16:creationId xmlns:a16="http://schemas.microsoft.com/office/drawing/2014/main" id="{43527E9E-8506-3172-96F5-E7B65CBB4216}"/>
              </a:ext>
            </a:extLst>
          </p:cNvPr>
          <p:cNvSpPr/>
          <p:nvPr/>
        </p:nvSpPr>
        <p:spPr>
          <a:xfrm rot="8196999">
            <a:off x="4151059" y="1252888"/>
            <a:ext cx="341577" cy="477759"/>
          </a:xfrm>
          <a:prstGeom prst="cube">
            <a:avLst>
              <a:gd name="adj" fmla="val 84871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9E3D16C-2C7D-2D84-F1A1-BA393ED54DB5}"/>
              </a:ext>
            </a:extLst>
          </p:cNvPr>
          <p:cNvSpPr txBox="1"/>
          <p:nvPr/>
        </p:nvSpPr>
        <p:spPr>
          <a:xfrm>
            <a:off x="4382723" y="1226513"/>
            <a:ext cx="3465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BFF0F20-A3C1-A6E0-13CA-89E6AE85963D}"/>
              </a:ext>
            </a:extLst>
          </p:cNvPr>
          <p:cNvSpPr txBox="1"/>
          <p:nvPr/>
        </p:nvSpPr>
        <p:spPr>
          <a:xfrm>
            <a:off x="3126334" y="1255810"/>
            <a:ext cx="3465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3031B25E-30D9-5AB1-E12D-D4A2D83C92DF}"/>
              </a:ext>
            </a:extLst>
          </p:cNvPr>
          <p:cNvSpPr txBox="1"/>
          <p:nvPr/>
        </p:nvSpPr>
        <p:spPr>
          <a:xfrm>
            <a:off x="4858528" y="3847168"/>
            <a:ext cx="10069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Embeddings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3211504C-C3AC-EF51-4761-E0A02330F766}"/>
              </a:ext>
            </a:extLst>
          </p:cNvPr>
          <p:cNvSpPr txBox="1"/>
          <p:nvPr/>
        </p:nvSpPr>
        <p:spPr>
          <a:xfrm>
            <a:off x="7990693" y="2645075"/>
            <a:ext cx="118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Policy Update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C89CAB8-A2EC-E7A5-3422-86A2F5150D8E}"/>
              </a:ext>
            </a:extLst>
          </p:cNvPr>
          <p:cNvSpPr txBox="1"/>
          <p:nvPr/>
        </p:nvSpPr>
        <p:spPr>
          <a:xfrm>
            <a:off x="7944134" y="1486114"/>
            <a:ext cx="11770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Origin Action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2" name="箭头: 右 141">
            <a:extLst>
              <a:ext uri="{FF2B5EF4-FFF2-40B4-BE49-F238E27FC236}">
                <a16:creationId xmlns:a16="http://schemas.microsoft.com/office/drawing/2014/main" id="{04548221-7488-2A83-84FA-09456305E131}"/>
              </a:ext>
            </a:extLst>
          </p:cNvPr>
          <p:cNvSpPr/>
          <p:nvPr/>
        </p:nvSpPr>
        <p:spPr>
          <a:xfrm>
            <a:off x="7630381" y="1059040"/>
            <a:ext cx="2847872" cy="92362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0252E2EA-6ECB-276C-EBE9-9EF93406132D}"/>
                  </a:ext>
                </a:extLst>
              </p:cNvPr>
              <p:cNvSpPr txBox="1"/>
              <p:nvPr/>
            </p:nvSpPr>
            <p:spPr>
              <a:xfrm>
                <a:off x="10143982" y="882377"/>
                <a:ext cx="1851660" cy="41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Safe Body Action</a:t>
                </a:r>
              </a:p>
              <a:p>
                <a:pPr algn="ctr"/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sSub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sSubPr>
                      <m:e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10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𝜔</m:t>
                    </m:r>
                  </m:oMath>
                </a14:m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]</a:t>
                </a: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0252E2EA-6ECB-276C-EBE9-9EF934061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3982" y="882377"/>
                <a:ext cx="1851660" cy="412292"/>
              </a:xfrm>
              <a:prstGeom prst="rect">
                <a:avLst/>
              </a:prstGeom>
              <a:blipFill>
                <a:blip r:embed="rId3"/>
                <a:stretch>
                  <a:fillRect t="-1493"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6" name="图片 145">
            <a:extLst>
              <a:ext uri="{FF2B5EF4-FFF2-40B4-BE49-F238E27FC236}">
                <a16:creationId xmlns:a16="http://schemas.microsoft.com/office/drawing/2014/main" id="{BD5C32C1-630E-0D5F-CCD0-834A1277B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552" y="2365625"/>
            <a:ext cx="1436455" cy="1348509"/>
          </a:xfrm>
          <a:prstGeom prst="rect">
            <a:avLst/>
          </a:prstGeom>
        </p:spPr>
      </p:pic>
      <p:sp>
        <p:nvSpPr>
          <p:cNvPr id="147" name="圆柱体 146">
            <a:extLst>
              <a:ext uri="{FF2B5EF4-FFF2-40B4-BE49-F238E27FC236}">
                <a16:creationId xmlns:a16="http://schemas.microsoft.com/office/drawing/2014/main" id="{74B02562-A2FB-A10E-4465-93B94ABCCBB1}"/>
              </a:ext>
            </a:extLst>
          </p:cNvPr>
          <p:cNvSpPr/>
          <p:nvPr/>
        </p:nvSpPr>
        <p:spPr>
          <a:xfrm>
            <a:off x="1745457" y="1229539"/>
            <a:ext cx="139408" cy="25247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4995425F-0A00-FF6A-0952-3AFA6D318F19}"/>
              </a:ext>
            </a:extLst>
          </p:cNvPr>
          <p:cNvCxnSpPr/>
          <p:nvPr/>
        </p:nvCxnSpPr>
        <p:spPr>
          <a:xfrm flipV="1">
            <a:off x="1908175" y="958964"/>
            <a:ext cx="514350" cy="34401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9FB93049-4073-21CF-C75A-B4241BF9E5E3}"/>
              </a:ext>
            </a:extLst>
          </p:cNvPr>
          <p:cNvCxnSpPr/>
          <p:nvPr/>
        </p:nvCxnSpPr>
        <p:spPr>
          <a:xfrm flipV="1">
            <a:off x="1905000" y="1202909"/>
            <a:ext cx="323850" cy="14604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AA8340E2-ADB4-0531-82DA-0A75794B90DF}"/>
              </a:ext>
            </a:extLst>
          </p:cNvPr>
          <p:cNvCxnSpPr/>
          <p:nvPr/>
        </p:nvCxnSpPr>
        <p:spPr>
          <a:xfrm flipV="1">
            <a:off x="1927225" y="1257325"/>
            <a:ext cx="454025" cy="11550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A0829914-0E68-74E2-C738-5D409151FF89}"/>
              </a:ext>
            </a:extLst>
          </p:cNvPr>
          <p:cNvCxnSpPr/>
          <p:nvPr/>
        </p:nvCxnSpPr>
        <p:spPr>
          <a:xfrm flipV="1">
            <a:off x="1930400" y="1411576"/>
            <a:ext cx="117475" cy="135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21CECCC7-E241-7205-B9DD-1DDE438FEC36}"/>
              </a:ext>
            </a:extLst>
          </p:cNvPr>
          <p:cNvCxnSpPr/>
          <p:nvPr/>
        </p:nvCxnSpPr>
        <p:spPr>
          <a:xfrm>
            <a:off x="1927225" y="1457757"/>
            <a:ext cx="4445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4DC563B4-42F5-0762-3D96-685F7C403FF0}"/>
              </a:ext>
            </a:extLst>
          </p:cNvPr>
          <p:cNvCxnSpPr/>
          <p:nvPr/>
        </p:nvCxnSpPr>
        <p:spPr>
          <a:xfrm>
            <a:off x="1914525" y="1502912"/>
            <a:ext cx="492125" cy="6553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3131DAAC-18F7-81B6-922E-70D506C3469A}"/>
              </a:ext>
            </a:extLst>
          </p:cNvPr>
          <p:cNvCxnSpPr/>
          <p:nvPr/>
        </p:nvCxnSpPr>
        <p:spPr>
          <a:xfrm>
            <a:off x="1847489" y="1525231"/>
            <a:ext cx="609816" cy="27816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5530D480-EF2B-2248-BB5D-A6C56BAAEE6E}"/>
              </a:ext>
            </a:extLst>
          </p:cNvPr>
          <p:cNvCxnSpPr/>
          <p:nvPr/>
        </p:nvCxnSpPr>
        <p:spPr>
          <a:xfrm flipV="1">
            <a:off x="1901825" y="958964"/>
            <a:ext cx="349250" cy="24394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417E599C-FCC7-99C9-1672-FA1AB8A28CB8}"/>
              </a:ext>
            </a:extLst>
          </p:cNvPr>
          <p:cNvCxnSpPr/>
          <p:nvPr/>
        </p:nvCxnSpPr>
        <p:spPr>
          <a:xfrm flipV="1">
            <a:off x="1819564" y="1088523"/>
            <a:ext cx="0" cy="775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FEE1E25F-C03D-491B-9B04-FD0390543E8B}"/>
              </a:ext>
            </a:extLst>
          </p:cNvPr>
          <p:cNvCxnSpPr/>
          <p:nvPr/>
        </p:nvCxnSpPr>
        <p:spPr>
          <a:xfrm flipV="1">
            <a:off x="1870075" y="958964"/>
            <a:ext cx="174625" cy="21778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87B78026-943F-9D4D-D6EC-4E613DC07F63}"/>
              </a:ext>
            </a:extLst>
          </p:cNvPr>
          <p:cNvCxnSpPr/>
          <p:nvPr/>
        </p:nvCxnSpPr>
        <p:spPr>
          <a:xfrm flipH="1" flipV="1">
            <a:off x="1727200" y="988451"/>
            <a:ext cx="60325" cy="18829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5F54E2AC-7996-1815-35B4-C1A4FAB4ACC1}"/>
              </a:ext>
            </a:extLst>
          </p:cNvPr>
          <p:cNvCxnSpPr/>
          <p:nvPr/>
        </p:nvCxnSpPr>
        <p:spPr>
          <a:xfrm flipH="1" flipV="1">
            <a:off x="1590675" y="958964"/>
            <a:ext cx="155575" cy="2177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5E14AB70-5A20-70CB-EEAB-77595ACFCB8A}"/>
              </a:ext>
            </a:extLst>
          </p:cNvPr>
          <p:cNvCxnSpPr/>
          <p:nvPr/>
        </p:nvCxnSpPr>
        <p:spPr>
          <a:xfrm flipH="1" flipV="1">
            <a:off x="1377950" y="958964"/>
            <a:ext cx="320675" cy="26781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35F197C3-1A27-5132-441D-1EC740459B26}"/>
              </a:ext>
            </a:extLst>
          </p:cNvPr>
          <p:cNvCxnSpPr/>
          <p:nvPr/>
        </p:nvCxnSpPr>
        <p:spPr>
          <a:xfrm flipH="1" flipV="1">
            <a:off x="1292225" y="1050508"/>
            <a:ext cx="419100" cy="23736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7C95C916-DB70-5AAE-F1FA-51B6FECE02F6}"/>
              </a:ext>
            </a:extLst>
          </p:cNvPr>
          <p:cNvCxnSpPr/>
          <p:nvPr/>
        </p:nvCxnSpPr>
        <p:spPr>
          <a:xfrm flipH="1" flipV="1">
            <a:off x="1543050" y="1287869"/>
            <a:ext cx="158750" cy="6108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1946A6D8-D791-B7D5-0D30-3DC4C94EC967}"/>
              </a:ext>
            </a:extLst>
          </p:cNvPr>
          <p:cNvCxnSpPr/>
          <p:nvPr/>
        </p:nvCxnSpPr>
        <p:spPr>
          <a:xfrm flipH="1" flipV="1">
            <a:off x="1444625" y="1348958"/>
            <a:ext cx="250825" cy="5003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5EE22283-B3B3-1EBF-E583-64CABE6AC608}"/>
              </a:ext>
            </a:extLst>
          </p:cNvPr>
          <p:cNvCxnSpPr/>
          <p:nvPr/>
        </p:nvCxnSpPr>
        <p:spPr>
          <a:xfrm flipH="1">
            <a:off x="1336675" y="1425159"/>
            <a:ext cx="355600" cy="3259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AD17AABC-43EF-9CD7-2183-EC4C656399E4}"/>
              </a:ext>
            </a:extLst>
          </p:cNvPr>
          <p:cNvCxnSpPr/>
          <p:nvPr/>
        </p:nvCxnSpPr>
        <p:spPr>
          <a:xfrm flipH="1">
            <a:off x="1314450" y="1457757"/>
            <a:ext cx="361950" cy="13609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944B53AB-46B7-5070-3D22-94E750B17589}"/>
              </a:ext>
            </a:extLst>
          </p:cNvPr>
          <p:cNvCxnSpPr/>
          <p:nvPr/>
        </p:nvCxnSpPr>
        <p:spPr>
          <a:xfrm flipH="1">
            <a:off x="1270000" y="1502912"/>
            <a:ext cx="428625" cy="30048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A4191373-7EEA-786D-FDDF-FB003BDFC44C}"/>
              </a:ext>
            </a:extLst>
          </p:cNvPr>
          <p:cNvCxnSpPr/>
          <p:nvPr/>
        </p:nvCxnSpPr>
        <p:spPr>
          <a:xfrm flipH="1">
            <a:off x="1524000" y="1525231"/>
            <a:ext cx="215900" cy="21784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9663830F-8598-7EF4-403D-4E0B16ADFF86}"/>
              </a:ext>
            </a:extLst>
          </p:cNvPr>
          <p:cNvCxnSpPr/>
          <p:nvPr/>
        </p:nvCxnSpPr>
        <p:spPr>
          <a:xfrm flipH="1">
            <a:off x="1739900" y="1525231"/>
            <a:ext cx="41275" cy="10671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8410EF08-2CA0-1E23-8B0E-70F2E7394D54}"/>
              </a:ext>
            </a:extLst>
          </p:cNvPr>
          <p:cNvCxnSpPr/>
          <p:nvPr/>
        </p:nvCxnSpPr>
        <p:spPr>
          <a:xfrm>
            <a:off x="1819564" y="1549400"/>
            <a:ext cx="256886" cy="20002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7" name="禁止符 226">
            <a:extLst>
              <a:ext uri="{FF2B5EF4-FFF2-40B4-BE49-F238E27FC236}">
                <a16:creationId xmlns:a16="http://schemas.microsoft.com/office/drawing/2014/main" id="{68068C27-4A0A-63B9-104F-0E424A09438E}"/>
              </a:ext>
            </a:extLst>
          </p:cNvPr>
          <p:cNvSpPr/>
          <p:nvPr/>
        </p:nvSpPr>
        <p:spPr>
          <a:xfrm>
            <a:off x="2113833" y="1327485"/>
            <a:ext cx="122014" cy="119449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1" name="禁止符 230">
            <a:extLst>
              <a:ext uri="{FF2B5EF4-FFF2-40B4-BE49-F238E27FC236}">
                <a16:creationId xmlns:a16="http://schemas.microsoft.com/office/drawing/2014/main" id="{EB4DA9BA-5573-28FF-C50A-6351175D6DFA}"/>
              </a:ext>
            </a:extLst>
          </p:cNvPr>
          <p:cNvSpPr/>
          <p:nvPr/>
        </p:nvSpPr>
        <p:spPr>
          <a:xfrm>
            <a:off x="2248946" y="1117020"/>
            <a:ext cx="122014" cy="119449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5" name="禁止符 234">
            <a:extLst>
              <a:ext uri="{FF2B5EF4-FFF2-40B4-BE49-F238E27FC236}">
                <a16:creationId xmlns:a16="http://schemas.microsoft.com/office/drawing/2014/main" id="{B0E64268-E750-19E9-C545-B0CD86619F70}"/>
              </a:ext>
            </a:extLst>
          </p:cNvPr>
          <p:cNvSpPr/>
          <p:nvPr/>
        </p:nvSpPr>
        <p:spPr>
          <a:xfrm>
            <a:off x="1659014" y="1658478"/>
            <a:ext cx="279324" cy="134603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8" name="禁止符 237">
            <a:extLst>
              <a:ext uri="{FF2B5EF4-FFF2-40B4-BE49-F238E27FC236}">
                <a16:creationId xmlns:a16="http://schemas.microsoft.com/office/drawing/2014/main" id="{0981F274-83B2-689E-E116-D32267394E32}"/>
              </a:ext>
            </a:extLst>
          </p:cNvPr>
          <p:cNvSpPr/>
          <p:nvPr/>
        </p:nvSpPr>
        <p:spPr>
          <a:xfrm>
            <a:off x="2097881" y="1711950"/>
            <a:ext cx="122014" cy="119449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1" name="禁止符 240">
            <a:extLst>
              <a:ext uri="{FF2B5EF4-FFF2-40B4-BE49-F238E27FC236}">
                <a16:creationId xmlns:a16="http://schemas.microsoft.com/office/drawing/2014/main" id="{9225D912-6239-6518-2C9D-20319E248BD4}"/>
              </a:ext>
            </a:extLst>
          </p:cNvPr>
          <p:cNvSpPr/>
          <p:nvPr/>
        </p:nvSpPr>
        <p:spPr>
          <a:xfrm>
            <a:off x="1416127" y="1191989"/>
            <a:ext cx="122014" cy="119449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5" name="禁止符 244">
            <a:extLst>
              <a:ext uri="{FF2B5EF4-FFF2-40B4-BE49-F238E27FC236}">
                <a16:creationId xmlns:a16="http://schemas.microsoft.com/office/drawing/2014/main" id="{780E1471-9815-9324-BFE1-2462F842110F}"/>
              </a:ext>
            </a:extLst>
          </p:cNvPr>
          <p:cNvSpPr/>
          <p:nvPr/>
        </p:nvSpPr>
        <p:spPr>
          <a:xfrm>
            <a:off x="1254919" y="1272758"/>
            <a:ext cx="168883" cy="152401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9" name="禁止符 248">
            <a:extLst>
              <a:ext uri="{FF2B5EF4-FFF2-40B4-BE49-F238E27FC236}">
                <a16:creationId xmlns:a16="http://schemas.microsoft.com/office/drawing/2014/main" id="{36BE05F1-6D6D-2F92-C2AA-EC7C1130ADF8}"/>
              </a:ext>
            </a:extLst>
          </p:cNvPr>
          <p:cNvSpPr/>
          <p:nvPr/>
        </p:nvSpPr>
        <p:spPr>
          <a:xfrm>
            <a:off x="1786482" y="950067"/>
            <a:ext cx="122014" cy="119449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CA690D76-1DFF-D036-C6AA-20390CD6ECA4}"/>
              </a:ext>
            </a:extLst>
          </p:cNvPr>
          <p:cNvSpPr txBox="1"/>
          <p:nvPr/>
        </p:nvSpPr>
        <p:spPr>
          <a:xfrm>
            <a:off x="1589110" y="1448105"/>
            <a:ext cx="5079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LiDAR</a:t>
            </a:r>
            <a:endParaRPr lang="zh-CN" altLang="en-US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FA7E6923-50E2-FFD4-0B54-45093BA2A6BA}"/>
              </a:ext>
            </a:extLst>
          </p:cNvPr>
          <p:cNvSpPr txBox="1"/>
          <p:nvPr/>
        </p:nvSpPr>
        <p:spPr>
          <a:xfrm>
            <a:off x="1029792" y="2047241"/>
            <a:ext cx="1851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Original LiDAR Input</a:t>
            </a:r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1D222D34-3193-4729-F5A0-F7FADF07A75A}"/>
              </a:ext>
            </a:extLst>
          </p:cNvPr>
          <p:cNvSpPr txBox="1"/>
          <p:nvPr/>
        </p:nvSpPr>
        <p:spPr>
          <a:xfrm>
            <a:off x="3440778" y="3679968"/>
            <a:ext cx="876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State MLP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973BD1BB-9636-A9FA-AEC6-CBB2C9BEDA2D}"/>
                  </a:ext>
                </a:extLst>
              </p:cNvPr>
              <p:cNvSpPr txBox="1"/>
              <p:nvPr/>
            </p:nvSpPr>
            <p:spPr>
              <a:xfrm>
                <a:off x="870018" y="2682534"/>
                <a:ext cx="197384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[</a:t>
                </a:r>
                <a:r>
                  <a:rPr lang="en-US" altLang="zh-CN" sz="10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Goal,Velocity,Mode</a:t>
                </a:r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]</a:t>
                </a:r>
              </a:p>
              <a:p>
                <a:pPr algn="ctr"/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</a:t>
                </a:r>
              </a:p>
              <a:p>
                <a:pPr algn="ctr"/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sSub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sSubPr>
                      <m:e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sSub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0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)]</a:t>
                </a:r>
                <a:endParaRPr lang="zh-CN" altLang="en-US" sz="10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973BD1BB-9636-A9FA-AEC6-CBB2C9BED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18" y="2682534"/>
                <a:ext cx="1973843" cy="553998"/>
              </a:xfrm>
              <a:prstGeom prst="rect">
                <a:avLst/>
              </a:prstGeom>
              <a:blipFill>
                <a:blip r:embed="rId5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" name="文本框 285">
            <a:extLst>
              <a:ext uri="{FF2B5EF4-FFF2-40B4-BE49-F238E27FC236}">
                <a16:creationId xmlns:a16="http://schemas.microsoft.com/office/drawing/2014/main" id="{396D6AAE-D448-8907-68C4-5A0A4D1EE13C}"/>
              </a:ext>
            </a:extLst>
          </p:cNvPr>
          <p:cNvSpPr txBox="1"/>
          <p:nvPr/>
        </p:nvSpPr>
        <p:spPr>
          <a:xfrm>
            <a:off x="7518440" y="617337"/>
            <a:ext cx="1767944" cy="41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Risk-constrained Safety Filtering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1407190D-AAED-5A1F-EB12-B231BD43A653}"/>
              </a:ext>
            </a:extLst>
          </p:cNvPr>
          <p:cNvSpPr txBox="1"/>
          <p:nvPr/>
        </p:nvSpPr>
        <p:spPr>
          <a:xfrm>
            <a:off x="8709143" y="64299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094B3FB4-F6DA-6658-2DC8-DEE0405315D0}"/>
              </a:ext>
            </a:extLst>
          </p:cNvPr>
          <p:cNvSpPr txBox="1"/>
          <p:nvPr/>
        </p:nvSpPr>
        <p:spPr>
          <a:xfrm>
            <a:off x="8800926" y="635995"/>
            <a:ext cx="1851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4WIS Action and Mode Mapping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3" name="箭头: 右 292">
            <a:extLst>
              <a:ext uri="{FF2B5EF4-FFF2-40B4-BE49-F238E27FC236}">
                <a16:creationId xmlns:a16="http://schemas.microsoft.com/office/drawing/2014/main" id="{D648C6CB-7151-1F71-AA7E-2BD531B7417E}"/>
              </a:ext>
            </a:extLst>
          </p:cNvPr>
          <p:cNvSpPr/>
          <p:nvPr/>
        </p:nvSpPr>
        <p:spPr>
          <a:xfrm>
            <a:off x="7722032" y="3427536"/>
            <a:ext cx="1400824" cy="92362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7" name="图片 296">
            <a:extLst>
              <a:ext uri="{FF2B5EF4-FFF2-40B4-BE49-F238E27FC236}">
                <a16:creationId xmlns:a16="http://schemas.microsoft.com/office/drawing/2014/main" id="{80F755E9-D52E-654F-B132-0D2BE3976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3060" y="2092642"/>
            <a:ext cx="777240" cy="238817"/>
          </a:xfrm>
          <a:prstGeom prst="rect">
            <a:avLst/>
          </a:prstGeom>
        </p:spPr>
      </p:pic>
      <p:sp>
        <p:nvSpPr>
          <p:cNvPr id="301" name="文本框 300">
            <a:extLst>
              <a:ext uri="{FF2B5EF4-FFF2-40B4-BE49-F238E27FC236}">
                <a16:creationId xmlns:a16="http://schemas.microsoft.com/office/drawing/2014/main" id="{1CBB8EDE-13BB-EBFE-E190-CBA6ED532341}"/>
              </a:ext>
            </a:extLst>
          </p:cNvPr>
          <p:cNvSpPr txBox="1"/>
          <p:nvPr/>
        </p:nvSpPr>
        <p:spPr>
          <a:xfrm>
            <a:off x="8790793" y="3715257"/>
            <a:ext cx="2623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Simulation Training Environment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05" name="连接符: 肘形 304">
            <a:extLst>
              <a:ext uri="{FF2B5EF4-FFF2-40B4-BE49-F238E27FC236}">
                <a16:creationId xmlns:a16="http://schemas.microsoft.com/office/drawing/2014/main" id="{879EDC5A-0D7F-F4C0-AD71-F9C2231D137C}"/>
              </a:ext>
            </a:extLst>
          </p:cNvPr>
          <p:cNvCxnSpPr>
            <a:cxnSpLocks/>
            <a:stCxn id="301" idx="2"/>
          </p:cNvCxnSpPr>
          <p:nvPr/>
        </p:nvCxnSpPr>
        <p:spPr>
          <a:xfrm rot="5400000" flipH="1">
            <a:off x="5844791" y="-296508"/>
            <a:ext cx="156968" cy="8359004"/>
          </a:xfrm>
          <a:prstGeom prst="bentConnector4">
            <a:avLst>
              <a:gd name="adj1" fmla="val -145635"/>
              <a:gd name="adj2" fmla="val 999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9" name="连接符: 肘形 368">
            <a:extLst>
              <a:ext uri="{FF2B5EF4-FFF2-40B4-BE49-F238E27FC236}">
                <a16:creationId xmlns:a16="http://schemas.microsoft.com/office/drawing/2014/main" id="{6C7E6C8F-A1EB-EEA7-FF5A-2072C7137060}"/>
              </a:ext>
            </a:extLst>
          </p:cNvPr>
          <p:cNvCxnSpPr>
            <a:stCxn id="144" idx="2"/>
            <a:endCxn id="146" idx="3"/>
          </p:cNvCxnSpPr>
          <p:nvPr/>
        </p:nvCxnSpPr>
        <p:spPr>
          <a:xfrm rot="5400000">
            <a:off x="10002305" y="1972372"/>
            <a:ext cx="1745211" cy="389805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3" name="图片 372">
            <a:extLst>
              <a:ext uri="{FF2B5EF4-FFF2-40B4-BE49-F238E27FC236}">
                <a16:creationId xmlns:a16="http://schemas.microsoft.com/office/drawing/2014/main" id="{8293325A-8593-7ADF-8F97-04A9CC327A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7444" y="2111954"/>
            <a:ext cx="647701" cy="219505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2A97AD54-76B9-2035-3ACF-C0B488BC5336}"/>
              </a:ext>
            </a:extLst>
          </p:cNvPr>
          <p:cNvSpPr txBox="1"/>
          <p:nvPr/>
        </p:nvSpPr>
        <p:spPr>
          <a:xfrm>
            <a:off x="10634833" y="3100057"/>
            <a:ext cx="118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Training</a:t>
            </a:r>
            <a:endParaRPr lang="zh-CN" altLang="en-US" sz="1000" dirty="0">
              <a:solidFill>
                <a:srgbClr val="7030A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79" name="连接符: 肘形 378">
            <a:extLst>
              <a:ext uri="{FF2B5EF4-FFF2-40B4-BE49-F238E27FC236}">
                <a16:creationId xmlns:a16="http://schemas.microsoft.com/office/drawing/2014/main" id="{C3ACDD95-2255-75B8-E4BB-3DEDE28EA0B0}"/>
              </a:ext>
            </a:extLst>
          </p:cNvPr>
          <p:cNvCxnSpPr>
            <a:cxnSpLocks/>
          </p:cNvCxnSpPr>
          <p:nvPr/>
        </p:nvCxnSpPr>
        <p:spPr>
          <a:xfrm rot="5400000">
            <a:off x="10399319" y="1360436"/>
            <a:ext cx="560229" cy="388626"/>
          </a:xfrm>
          <a:prstGeom prst="bentConnector3">
            <a:avLst>
              <a:gd name="adj1" fmla="val 989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5" name="文本框 384">
            <a:extLst>
              <a:ext uri="{FF2B5EF4-FFF2-40B4-BE49-F238E27FC236}">
                <a16:creationId xmlns:a16="http://schemas.microsoft.com/office/drawing/2014/main" id="{1E043E30-7FD5-02AB-E8E1-9A2EEAEE9809}"/>
              </a:ext>
            </a:extLst>
          </p:cNvPr>
          <p:cNvSpPr txBox="1"/>
          <p:nvPr/>
        </p:nvSpPr>
        <p:spPr>
          <a:xfrm>
            <a:off x="10123023" y="1848468"/>
            <a:ext cx="118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Deployment</a:t>
            </a:r>
            <a:endParaRPr lang="zh-CN" altLang="en-US" sz="10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89" name="图片 388">
            <a:extLst>
              <a:ext uri="{FF2B5EF4-FFF2-40B4-BE49-F238E27FC236}">
                <a16:creationId xmlns:a16="http://schemas.microsoft.com/office/drawing/2014/main" id="{BAF83A67-802C-6923-CF13-6FAC523D32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8780" y="1311832"/>
            <a:ext cx="1151382" cy="582291"/>
          </a:xfrm>
          <a:prstGeom prst="rect">
            <a:avLst/>
          </a:prstGeom>
        </p:spPr>
      </p:pic>
      <p:sp>
        <p:nvSpPr>
          <p:cNvPr id="405" name="禁止符 404">
            <a:extLst>
              <a:ext uri="{FF2B5EF4-FFF2-40B4-BE49-F238E27FC236}">
                <a16:creationId xmlns:a16="http://schemas.microsoft.com/office/drawing/2014/main" id="{A14C332F-C854-817C-0EC6-06447B0B544E}"/>
              </a:ext>
            </a:extLst>
          </p:cNvPr>
          <p:cNvSpPr/>
          <p:nvPr/>
        </p:nvSpPr>
        <p:spPr>
          <a:xfrm>
            <a:off x="1376683" y="1869188"/>
            <a:ext cx="122014" cy="119449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7" name="文本框 406">
            <a:extLst>
              <a:ext uri="{FF2B5EF4-FFF2-40B4-BE49-F238E27FC236}">
                <a16:creationId xmlns:a16="http://schemas.microsoft.com/office/drawing/2014/main" id="{9DFDC535-4E5A-2BC7-84FD-DEF51A14C79D}"/>
              </a:ext>
            </a:extLst>
          </p:cNvPr>
          <p:cNvSpPr txBox="1"/>
          <p:nvPr/>
        </p:nvSpPr>
        <p:spPr>
          <a:xfrm>
            <a:off x="1422645" y="1793421"/>
            <a:ext cx="10193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:obstacles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75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A3A976D-E32C-DF12-353E-60C7773F5206}"/>
              </a:ext>
            </a:extLst>
          </p:cNvPr>
          <p:cNvSpPr/>
          <p:nvPr/>
        </p:nvSpPr>
        <p:spPr>
          <a:xfrm>
            <a:off x="1280889" y="537365"/>
            <a:ext cx="3854450" cy="23500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6FF99F5-B274-7322-4462-1C78998E8134}"/>
              </a:ext>
            </a:extLst>
          </p:cNvPr>
          <p:cNvGrpSpPr/>
          <p:nvPr/>
        </p:nvGrpSpPr>
        <p:grpSpPr>
          <a:xfrm>
            <a:off x="1534760" y="1969206"/>
            <a:ext cx="571500" cy="436243"/>
            <a:chOff x="1476375" y="2328864"/>
            <a:chExt cx="571500" cy="43624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5FAEAAF-D26C-4053-51D9-4DA7F13EA0CF}"/>
                </a:ext>
              </a:extLst>
            </p:cNvPr>
            <p:cNvSpPr/>
            <p:nvPr/>
          </p:nvSpPr>
          <p:spPr>
            <a:xfrm rot="19187239">
              <a:off x="1476375" y="2397444"/>
              <a:ext cx="571500" cy="3048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A05108A-A3FD-5007-FDCA-FABEF83E7E7C}"/>
                </a:ext>
              </a:extLst>
            </p:cNvPr>
            <p:cNvSpPr/>
            <p:nvPr/>
          </p:nvSpPr>
          <p:spPr>
            <a:xfrm rot="20091440">
              <a:off x="1707356" y="2328864"/>
              <a:ext cx="109537" cy="457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755A95-6D23-9C2B-7404-880F54895637}"/>
                </a:ext>
              </a:extLst>
            </p:cNvPr>
            <p:cNvSpPr/>
            <p:nvPr/>
          </p:nvSpPr>
          <p:spPr>
            <a:xfrm rot="428837">
              <a:off x="1912143" y="2549844"/>
              <a:ext cx="109537" cy="457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204FB39-F318-3A4C-6484-13F5C3737F3B}"/>
                </a:ext>
              </a:extLst>
            </p:cNvPr>
            <p:cNvSpPr/>
            <p:nvPr/>
          </p:nvSpPr>
          <p:spPr>
            <a:xfrm rot="19269172">
              <a:off x="1514525" y="2504125"/>
              <a:ext cx="109537" cy="457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304938F-49AE-B427-FF1A-6890F708EBD1}"/>
                </a:ext>
              </a:extLst>
            </p:cNvPr>
            <p:cNvSpPr/>
            <p:nvPr/>
          </p:nvSpPr>
          <p:spPr>
            <a:xfrm rot="20829683">
              <a:off x="1710674" y="2719388"/>
              <a:ext cx="109537" cy="457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BBEF066-DB2C-20D6-33E5-190FE11F7FAB}"/>
                </a:ext>
              </a:extLst>
            </p:cNvPr>
            <p:cNvSpPr/>
            <p:nvPr/>
          </p:nvSpPr>
          <p:spPr>
            <a:xfrm>
              <a:off x="1745146" y="251527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棱台 24">
                <a:extLst>
                  <a:ext uri="{FF2B5EF4-FFF2-40B4-BE49-F238E27FC236}">
                    <a16:creationId xmlns:a16="http://schemas.microsoft.com/office/drawing/2014/main" id="{8747783A-F7D5-912A-9EA7-2C385D9C0378}"/>
                  </a:ext>
                </a:extLst>
              </p:cNvPr>
              <p:cNvSpPr/>
              <p:nvPr/>
            </p:nvSpPr>
            <p:spPr>
              <a:xfrm>
                <a:off x="1959143" y="862780"/>
                <a:ext cx="347663" cy="397669"/>
              </a:xfrm>
              <a:prstGeom prst="bevel">
                <a:avLst>
                  <a:gd name="adj" fmla="val 15227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0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0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05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5" name="矩形: 棱台 24">
                <a:extLst>
                  <a:ext uri="{FF2B5EF4-FFF2-40B4-BE49-F238E27FC236}">
                    <a16:creationId xmlns:a16="http://schemas.microsoft.com/office/drawing/2014/main" id="{8747783A-F7D5-912A-9EA7-2C385D9C0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143" y="862780"/>
                <a:ext cx="347663" cy="397669"/>
              </a:xfrm>
              <a:prstGeom prst="bevel">
                <a:avLst>
                  <a:gd name="adj" fmla="val 15227"/>
                </a:avLst>
              </a:prstGeom>
              <a:blipFill>
                <a:blip r:embed="rId3"/>
                <a:stretch>
                  <a:fillRect r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B5C6BE9-0033-8347-CFB4-A773FFB28A0E}"/>
              </a:ext>
            </a:extLst>
          </p:cNvPr>
          <p:cNvCxnSpPr>
            <a:cxnSpLocks/>
          </p:cNvCxnSpPr>
          <p:nvPr/>
        </p:nvCxnSpPr>
        <p:spPr>
          <a:xfrm flipV="1">
            <a:off x="1849250" y="1987389"/>
            <a:ext cx="362818" cy="1758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弧形 7">
            <a:extLst>
              <a:ext uri="{FF2B5EF4-FFF2-40B4-BE49-F238E27FC236}">
                <a16:creationId xmlns:a16="http://schemas.microsoft.com/office/drawing/2014/main" id="{00144233-FFD8-BC7E-FC65-6908FDC1E15B}"/>
              </a:ext>
            </a:extLst>
          </p:cNvPr>
          <p:cNvSpPr/>
          <p:nvPr/>
        </p:nvSpPr>
        <p:spPr>
          <a:xfrm rot="20748056">
            <a:off x="1615168" y="1992937"/>
            <a:ext cx="1181100" cy="119583"/>
          </a:xfrm>
          <a:prstGeom prst="arc">
            <a:avLst>
              <a:gd name="adj1" fmla="val 16593059"/>
              <a:gd name="adj2" fmla="val 21543044"/>
            </a:avLst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: 棱台 11">
                <a:extLst>
                  <a:ext uri="{FF2B5EF4-FFF2-40B4-BE49-F238E27FC236}">
                    <a16:creationId xmlns:a16="http://schemas.microsoft.com/office/drawing/2014/main" id="{1001E199-C990-975D-B9A9-31DE44204A54}"/>
                  </a:ext>
                </a:extLst>
              </p:cNvPr>
              <p:cNvSpPr/>
              <p:nvPr/>
            </p:nvSpPr>
            <p:spPr>
              <a:xfrm rot="2079913">
                <a:off x="2973914" y="1130583"/>
                <a:ext cx="347663" cy="397669"/>
              </a:xfrm>
              <a:prstGeom prst="bevel">
                <a:avLst>
                  <a:gd name="adj" fmla="val 15227"/>
                </a:avLst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0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05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2" name="矩形: 棱台 11">
                <a:extLst>
                  <a:ext uri="{FF2B5EF4-FFF2-40B4-BE49-F238E27FC236}">
                    <a16:creationId xmlns:a16="http://schemas.microsoft.com/office/drawing/2014/main" id="{1001E199-C990-975D-B9A9-31DE44204A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9913">
                <a:off x="2973914" y="1130583"/>
                <a:ext cx="347663" cy="397669"/>
              </a:xfrm>
              <a:prstGeom prst="bevel">
                <a:avLst>
                  <a:gd name="adj" fmla="val 1522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C0EC921-EC37-1118-1801-162404755E7B}"/>
              </a:ext>
            </a:extLst>
          </p:cNvPr>
          <p:cNvCxnSpPr>
            <a:stCxn id="25" idx="2"/>
          </p:cNvCxnSpPr>
          <p:nvPr/>
        </p:nvCxnSpPr>
        <p:spPr>
          <a:xfrm flipH="1">
            <a:off x="2094418" y="1260449"/>
            <a:ext cx="38557" cy="19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2A2F4AD-196A-DC9E-8A79-3AC9128EF1D3}"/>
              </a:ext>
            </a:extLst>
          </p:cNvPr>
          <p:cNvCxnSpPr>
            <a:stCxn id="12" idx="2"/>
          </p:cNvCxnSpPr>
          <p:nvPr/>
        </p:nvCxnSpPr>
        <p:spPr>
          <a:xfrm flipH="1">
            <a:off x="2891677" y="1492957"/>
            <a:ext cx="142976" cy="14371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弧形 22">
            <a:extLst>
              <a:ext uri="{FF2B5EF4-FFF2-40B4-BE49-F238E27FC236}">
                <a16:creationId xmlns:a16="http://schemas.microsoft.com/office/drawing/2014/main" id="{AA3E1598-1177-E8D3-F744-79FC6B7946E6}"/>
              </a:ext>
            </a:extLst>
          </p:cNvPr>
          <p:cNvSpPr/>
          <p:nvPr/>
        </p:nvSpPr>
        <p:spPr>
          <a:xfrm rot="11802880">
            <a:off x="2073197" y="1179029"/>
            <a:ext cx="1262783" cy="884679"/>
          </a:xfrm>
          <a:prstGeom prst="arc">
            <a:avLst>
              <a:gd name="adj1" fmla="val 14369986"/>
              <a:gd name="adj2" fmla="val 0"/>
            </a:avLst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弧形 23">
            <a:extLst>
              <a:ext uri="{FF2B5EF4-FFF2-40B4-BE49-F238E27FC236}">
                <a16:creationId xmlns:a16="http://schemas.microsoft.com/office/drawing/2014/main" id="{29A74426-1D25-4F3C-D286-04C2446FFCD9}"/>
              </a:ext>
            </a:extLst>
          </p:cNvPr>
          <p:cNvSpPr/>
          <p:nvPr/>
        </p:nvSpPr>
        <p:spPr>
          <a:xfrm rot="18537568">
            <a:off x="1583508" y="2168478"/>
            <a:ext cx="1775594" cy="143505"/>
          </a:xfrm>
          <a:prstGeom prst="arc">
            <a:avLst>
              <a:gd name="adj1" fmla="val 11422188"/>
              <a:gd name="adj2" fmla="val 21416827"/>
            </a:avLst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DC032C7-382B-5E85-3718-18F670E2EB62}"/>
              </a:ext>
            </a:extLst>
          </p:cNvPr>
          <p:cNvCxnSpPr/>
          <p:nvPr/>
        </p:nvCxnSpPr>
        <p:spPr>
          <a:xfrm flipV="1">
            <a:off x="2940642" y="2421781"/>
            <a:ext cx="256069" cy="95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弧形 29">
            <a:extLst>
              <a:ext uri="{FF2B5EF4-FFF2-40B4-BE49-F238E27FC236}">
                <a16:creationId xmlns:a16="http://schemas.microsoft.com/office/drawing/2014/main" id="{D7D769E7-7F9B-2104-8B6B-FEBD25EAC05D}"/>
              </a:ext>
            </a:extLst>
          </p:cNvPr>
          <p:cNvSpPr/>
          <p:nvPr/>
        </p:nvSpPr>
        <p:spPr>
          <a:xfrm rot="19944242">
            <a:off x="2790533" y="2763990"/>
            <a:ext cx="439835" cy="125240"/>
          </a:xfrm>
          <a:prstGeom prst="arc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FC569D1-E8E1-C9BC-72F5-E8423F2F204D}"/>
              </a:ext>
            </a:extLst>
          </p:cNvPr>
          <p:cNvSpPr txBox="1"/>
          <p:nvPr/>
        </p:nvSpPr>
        <p:spPr>
          <a:xfrm>
            <a:off x="3208827" y="2346584"/>
            <a:ext cx="20500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：</a:t>
            </a:r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instantaneous velocity</a:t>
            </a:r>
          </a:p>
          <a:p>
            <a:endParaRPr lang="en-US" altLang="zh-CN" sz="1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9E89817-5C92-1D1C-11EB-E4A40DD0BFD5}"/>
              </a:ext>
            </a:extLst>
          </p:cNvPr>
          <p:cNvSpPr txBox="1"/>
          <p:nvPr/>
        </p:nvSpPr>
        <p:spPr>
          <a:xfrm>
            <a:off x="3208827" y="2610375"/>
            <a:ext cx="23900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：</a:t>
            </a:r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future trajectory</a:t>
            </a:r>
          </a:p>
          <a:p>
            <a:endParaRPr lang="en-US" altLang="zh-CN" sz="1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6875499-1F34-F963-C1DF-40A1A87490CF}"/>
                  </a:ext>
                </a:extLst>
              </p:cNvPr>
              <p:cNvSpPr txBox="1"/>
              <p:nvPr/>
            </p:nvSpPr>
            <p:spPr>
              <a:xfrm>
                <a:off x="2082224" y="1988762"/>
                <a:ext cx="38908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1050" dirty="0">
                  <a:solidFill>
                    <a:schemeClr val="tx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6875499-1F34-F963-C1DF-40A1A874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224" y="1988762"/>
                <a:ext cx="389081" cy="253916"/>
              </a:xfrm>
              <a:prstGeom prst="rect">
                <a:avLst/>
              </a:prstGeom>
              <a:blipFill>
                <a:blip r:embed="rId5"/>
                <a:stretch>
                  <a:fillRect r="-7937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C525A19D-A0BB-EE68-B623-14E9E89F3773}"/>
                  </a:ext>
                </a:extLst>
              </p:cNvPr>
              <p:cNvSpPr txBox="1"/>
              <p:nvPr/>
            </p:nvSpPr>
            <p:spPr>
              <a:xfrm>
                <a:off x="2049727" y="1249547"/>
                <a:ext cx="441659" cy="267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altLang="zh-CN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050" dirty="0">
                  <a:solidFill>
                    <a:srgbClr val="FF000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C525A19D-A0BB-EE68-B623-14E9E89F3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727" y="1249547"/>
                <a:ext cx="441659" cy="267766"/>
              </a:xfrm>
              <a:prstGeom prst="rect">
                <a:avLst/>
              </a:prstGeom>
              <a:blipFill>
                <a:blip r:embed="rId6"/>
                <a:stretch>
                  <a:fillRect r="-6849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CE9652-D64E-3038-8232-5F5A352F0660}"/>
                  </a:ext>
                </a:extLst>
              </p:cNvPr>
              <p:cNvSpPr txBox="1"/>
              <p:nvPr/>
            </p:nvSpPr>
            <p:spPr>
              <a:xfrm>
                <a:off x="2882729" y="1569205"/>
                <a:ext cx="441659" cy="2677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5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05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05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altLang="zh-CN" sz="105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05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050" dirty="0">
                  <a:solidFill>
                    <a:schemeClr val="accent5">
                      <a:lumMod val="75000"/>
                    </a:schemeClr>
                  </a:solidFill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CE9652-D64E-3038-8232-5F5A352F0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729" y="1569205"/>
                <a:ext cx="441659" cy="267766"/>
              </a:xfrm>
              <a:prstGeom prst="rect">
                <a:avLst/>
              </a:prstGeom>
              <a:blipFill>
                <a:blip r:embed="rId7"/>
                <a:stretch>
                  <a:fillRect r="-6944" b="-6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CD0D8D47-2074-30E6-1BF4-1F62252BA710}"/>
              </a:ext>
            </a:extLst>
          </p:cNvPr>
          <p:cNvSpPr txBox="1"/>
          <p:nvPr/>
        </p:nvSpPr>
        <p:spPr>
          <a:xfrm>
            <a:off x="3470258" y="832222"/>
            <a:ext cx="2007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zh-CN" altLang="zh-CN" sz="8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Steering/speed changes </a:t>
            </a:r>
            <a:endParaRPr lang="en-US" altLang="zh-CN" sz="800" dirty="0">
              <a:solidFill>
                <a:schemeClr val="bg2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zh-CN" altLang="zh-CN" sz="8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lead to curvature in the future occupancy region</a:t>
            </a:r>
            <a:endParaRPr lang="zh-CN" altLang="en-US" sz="800" dirty="0">
              <a:solidFill>
                <a:schemeClr val="bg2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D87DF83-9D48-40FB-C8AE-2159E4E59AC9}"/>
              </a:ext>
            </a:extLst>
          </p:cNvPr>
          <p:cNvSpPr/>
          <p:nvPr/>
        </p:nvSpPr>
        <p:spPr>
          <a:xfrm>
            <a:off x="5364504" y="537364"/>
            <a:ext cx="2558672" cy="236321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E270614-B9FD-E1B9-E946-CA77AC452B21}"/>
                  </a:ext>
                </a:extLst>
              </p:cNvPr>
              <p:cNvSpPr txBox="1"/>
              <p:nvPr/>
            </p:nvSpPr>
            <p:spPr>
              <a:xfrm>
                <a:off x="7178859" y="2404229"/>
                <a:ext cx="571901" cy="41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𝑟𝑒𝑙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,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CN" sz="1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endParaRPr lang="zh-CN" altLang="en-US" sz="10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E270614-B9FD-E1B9-E946-CA77AC452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59" y="2404229"/>
                <a:ext cx="571901" cy="412292"/>
              </a:xfrm>
              <a:prstGeom prst="rect">
                <a:avLst/>
              </a:prstGeom>
              <a:blipFill>
                <a:blip r:embed="rId8"/>
                <a:stretch>
                  <a:fillRect r="-2151" b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A8A4C3E-E76C-1945-A628-E3BFC459689F}"/>
                  </a:ext>
                </a:extLst>
              </p:cNvPr>
              <p:cNvSpPr txBox="1"/>
              <p:nvPr/>
            </p:nvSpPr>
            <p:spPr>
              <a:xfrm>
                <a:off x="5311451" y="809980"/>
                <a:ext cx="571901" cy="41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𝑟𝑒𝑙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,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1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endParaRPr lang="zh-CN" altLang="en-US" sz="10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A8A4C3E-E76C-1945-A628-E3BFC4596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451" y="809980"/>
                <a:ext cx="571901" cy="412292"/>
              </a:xfrm>
              <a:prstGeom prst="rect">
                <a:avLst/>
              </a:prstGeom>
              <a:blipFill>
                <a:blip r:embed="rId9"/>
                <a:stretch>
                  <a:fillRect r="-2128" b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4EACD20F-72CA-CD45-38BD-835E8721F2A8}"/>
              </a:ext>
            </a:extLst>
          </p:cNvPr>
          <p:cNvSpPr/>
          <p:nvPr/>
        </p:nvSpPr>
        <p:spPr>
          <a:xfrm flipV="1">
            <a:off x="5823775" y="2441160"/>
            <a:ext cx="1590105" cy="19834"/>
          </a:xfrm>
          <a:custGeom>
            <a:avLst/>
            <a:gdLst>
              <a:gd name="csX0" fmla="*/ 5 w 1590105"/>
              <a:gd name="csY0" fmla="*/ 82 h 19834"/>
              <a:gd name="csX1" fmla="*/ 1590110 w 1590105"/>
              <a:gd name="csY1" fmla="*/ 82 h 19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90105" h="19834">
                <a:moveTo>
                  <a:pt x="5" y="82"/>
                </a:moveTo>
                <a:lnTo>
                  <a:pt x="1590110" y="82"/>
                </a:lnTo>
              </a:path>
            </a:pathLst>
          </a:custGeom>
          <a:noFill/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64171416-A0AF-9E98-AAEC-4E6F3A86E1F6}"/>
              </a:ext>
            </a:extLst>
          </p:cNvPr>
          <p:cNvSpPr/>
          <p:nvPr/>
        </p:nvSpPr>
        <p:spPr>
          <a:xfrm flipV="1">
            <a:off x="7413880" y="2419543"/>
            <a:ext cx="54235" cy="43155"/>
          </a:xfrm>
          <a:custGeom>
            <a:avLst/>
            <a:gdLst>
              <a:gd name="csX0" fmla="*/ 54347 w 54235"/>
              <a:gd name="csY0" fmla="*/ 21648 h 43155"/>
              <a:gd name="csX1" fmla="*/ 112 w 54235"/>
              <a:gd name="csY1" fmla="*/ 43265 h 43155"/>
              <a:gd name="csX2" fmla="*/ 112 w 54235"/>
              <a:gd name="csY2" fmla="*/ 109 h 43155"/>
              <a:gd name="csX3" fmla="*/ 54347 w 54235"/>
              <a:gd name="csY3" fmla="*/ 21648 h 43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235" h="43155">
                <a:moveTo>
                  <a:pt x="54347" y="21648"/>
                </a:moveTo>
                <a:cubicBezTo>
                  <a:pt x="47684" y="23353"/>
                  <a:pt x="18397" y="32882"/>
                  <a:pt x="112" y="43265"/>
                </a:cubicBezTo>
                <a:lnTo>
                  <a:pt x="112" y="109"/>
                </a:lnTo>
                <a:cubicBezTo>
                  <a:pt x="18397" y="10491"/>
                  <a:pt x="47684" y="19943"/>
                  <a:pt x="54347" y="21648"/>
                </a:cubicBezTo>
                <a:close/>
              </a:path>
            </a:pathLst>
          </a:custGeom>
          <a:solidFill>
            <a:srgbClr val="727272"/>
          </a:solidFill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2B33278C-531D-FFE5-592B-60E6386EE78D}"/>
              </a:ext>
            </a:extLst>
          </p:cNvPr>
          <p:cNvSpPr/>
          <p:nvPr/>
        </p:nvSpPr>
        <p:spPr>
          <a:xfrm flipV="1">
            <a:off x="5823775" y="955574"/>
            <a:ext cx="19834" cy="1485585"/>
          </a:xfrm>
          <a:custGeom>
            <a:avLst/>
            <a:gdLst>
              <a:gd name="csX0" fmla="*/ 5 w 19834"/>
              <a:gd name="csY0" fmla="*/ 7 h 1485585"/>
              <a:gd name="csX1" fmla="*/ 5 w 19834"/>
              <a:gd name="csY1" fmla="*/ 1485592 h 14855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834" h="1485585">
                <a:moveTo>
                  <a:pt x="5" y="7"/>
                </a:moveTo>
                <a:lnTo>
                  <a:pt x="5" y="1485592"/>
                </a:lnTo>
              </a:path>
            </a:pathLst>
          </a:custGeom>
          <a:noFill/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C160BAC1-E5B5-6D5F-7CEB-FAF41E91A3F9}"/>
              </a:ext>
            </a:extLst>
          </p:cNvPr>
          <p:cNvSpPr/>
          <p:nvPr/>
        </p:nvSpPr>
        <p:spPr>
          <a:xfrm rot="16200000" flipV="1">
            <a:off x="5796696" y="906879"/>
            <a:ext cx="54235" cy="43155"/>
          </a:xfrm>
          <a:custGeom>
            <a:avLst/>
            <a:gdLst>
              <a:gd name="csX0" fmla="*/ 54266 w 54235"/>
              <a:gd name="csY0" fmla="*/ 21649 h 43155"/>
              <a:gd name="csX1" fmla="*/ 30 w 54235"/>
              <a:gd name="csY1" fmla="*/ 43188 h 43155"/>
              <a:gd name="csX2" fmla="*/ 30 w 54235"/>
              <a:gd name="csY2" fmla="*/ 33 h 43155"/>
              <a:gd name="csX3" fmla="*/ 54266 w 54235"/>
              <a:gd name="csY3" fmla="*/ 21649 h 43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235" h="43155">
                <a:moveTo>
                  <a:pt x="54266" y="21649"/>
                </a:moveTo>
                <a:cubicBezTo>
                  <a:pt x="47603" y="23354"/>
                  <a:pt x="18316" y="32884"/>
                  <a:pt x="30" y="43188"/>
                </a:cubicBezTo>
                <a:lnTo>
                  <a:pt x="30" y="33"/>
                </a:lnTo>
                <a:cubicBezTo>
                  <a:pt x="18316" y="10415"/>
                  <a:pt x="47603" y="19945"/>
                  <a:pt x="54266" y="21649"/>
                </a:cubicBezTo>
                <a:close/>
              </a:path>
            </a:pathLst>
          </a:custGeom>
          <a:solidFill>
            <a:srgbClr val="727272"/>
          </a:solidFill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243B7788-7C26-71DA-88C6-FF881FBE9721}"/>
              </a:ext>
            </a:extLst>
          </p:cNvPr>
          <p:cNvSpPr/>
          <p:nvPr/>
        </p:nvSpPr>
        <p:spPr>
          <a:xfrm>
            <a:off x="5823775" y="853999"/>
            <a:ext cx="1644179" cy="1587160"/>
          </a:xfrm>
          <a:custGeom>
            <a:avLst/>
            <a:gdLst>
              <a:gd name="csX0" fmla="*/ 0 w 1644179"/>
              <a:gd name="csY0" fmla="*/ 1587160 h 1587160"/>
              <a:gd name="csX1" fmla="*/ 1587161 w 1644179"/>
              <a:gd name="csY1" fmla="*/ 0 h 1587160"/>
              <a:gd name="csX2" fmla="*/ 1525410 w 1644179"/>
              <a:gd name="csY2" fmla="*/ 631997 h 158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4179" h="1587160">
                <a:moveTo>
                  <a:pt x="0" y="1587160"/>
                </a:moveTo>
                <a:lnTo>
                  <a:pt x="1587161" y="0"/>
                </a:lnTo>
                <a:cubicBezTo>
                  <a:pt x="1677424" y="232825"/>
                  <a:pt x="1663168" y="441941"/>
                  <a:pt x="1525410" y="631997"/>
                </a:cubicBezTo>
                <a:close/>
              </a:path>
            </a:pathLst>
          </a:custGeom>
          <a:solidFill>
            <a:srgbClr val="FAE8E8"/>
          </a:solidFill>
          <a:ln w="19788" cap="flat">
            <a:noFill/>
            <a:prstDash val="solid"/>
            <a:miter/>
          </a:ln>
        </p:spPr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46DC05BD-CE64-F8F5-4345-FC4D718E8612}"/>
              </a:ext>
            </a:extLst>
          </p:cNvPr>
          <p:cNvSpPr/>
          <p:nvPr/>
        </p:nvSpPr>
        <p:spPr>
          <a:xfrm flipV="1">
            <a:off x="5823775" y="853999"/>
            <a:ext cx="1587161" cy="1587160"/>
          </a:xfrm>
          <a:custGeom>
            <a:avLst/>
            <a:gdLst>
              <a:gd name="csX0" fmla="*/ 5 w 1587161"/>
              <a:gd name="csY0" fmla="*/ 2 h 1587160"/>
              <a:gd name="csX1" fmla="*/ 1587166 w 1587161"/>
              <a:gd name="csY1" fmla="*/ 1587163 h 158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87161" h="1587160">
                <a:moveTo>
                  <a:pt x="5" y="2"/>
                </a:moveTo>
                <a:lnTo>
                  <a:pt x="1587166" y="1587163"/>
                </a:lnTo>
              </a:path>
            </a:pathLst>
          </a:custGeom>
          <a:noFill/>
          <a:ln w="21563" cap="flat">
            <a:solidFill>
              <a:srgbClr val="C54848"/>
            </a:solidFill>
            <a:prstDash val="solid"/>
            <a:miter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7C80A319-DA34-16D9-CD0B-693C4ACC1C0F}"/>
              </a:ext>
            </a:extLst>
          </p:cNvPr>
          <p:cNvSpPr/>
          <p:nvPr/>
        </p:nvSpPr>
        <p:spPr>
          <a:xfrm flipV="1">
            <a:off x="5823775" y="1485996"/>
            <a:ext cx="1525410" cy="955163"/>
          </a:xfrm>
          <a:custGeom>
            <a:avLst/>
            <a:gdLst>
              <a:gd name="csX0" fmla="*/ 5 w 1525410"/>
              <a:gd name="csY0" fmla="*/ 34 h 955163"/>
              <a:gd name="csX1" fmla="*/ 1525415 w 1525410"/>
              <a:gd name="csY1" fmla="*/ 955197 h 955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25410" h="955163">
                <a:moveTo>
                  <a:pt x="5" y="34"/>
                </a:moveTo>
                <a:lnTo>
                  <a:pt x="1525415" y="955197"/>
                </a:lnTo>
              </a:path>
            </a:pathLst>
          </a:custGeom>
          <a:noFill/>
          <a:ln w="21563" cap="flat">
            <a:solidFill>
              <a:srgbClr val="C54848"/>
            </a:solidFill>
            <a:prstDash val="solid"/>
            <a:miter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595DAF21-9CF3-A70A-586D-C7817DB7B4BC}"/>
              </a:ext>
            </a:extLst>
          </p:cNvPr>
          <p:cNvSpPr/>
          <p:nvPr/>
        </p:nvSpPr>
        <p:spPr>
          <a:xfrm flipV="1">
            <a:off x="7349186" y="853999"/>
            <a:ext cx="118769" cy="631997"/>
          </a:xfrm>
          <a:custGeom>
            <a:avLst/>
            <a:gdLst>
              <a:gd name="csX0" fmla="*/ 61755 w 118769"/>
              <a:gd name="csY0" fmla="*/ 631951 h 631997"/>
              <a:gd name="csX1" fmla="*/ 4 w 118769"/>
              <a:gd name="csY1" fmla="*/ -47 h 631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8769" h="631997">
                <a:moveTo>
                  <a:pt x="61755" y="631951"/>
                </a:moveTo>
                <a:cubicBezTo>
                  <a:pt x="152019" y="399126"/>
                  <a:pt x="137762" y="190010"/>
                  <a:pt x="4" y="-47"/>
                </a:cubicBezTo>
              </a:path>
            </a:pathLst>
          </a:custGeom>
          <a:noFill/>
          <a:ln w="21563" cap="flat">
            <a:solidFill>
              <a:srgbClr val="C54848"/>
            </a:solidFill>
            <a:prstDash val="solid"/>
            <a:miter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915CB9C8-049F-37CB-47AE-943D7F6FEAF5}"/>
              </a:ext>
            </a:extLst>
          </p:cNvPr>
          <p:cNvSpPr/>
          <p:nvPr/>
        </p:nvSpPr>
        <p:spPr>
          <a:xfrm flipV="1">
            <a:off x="5823775" y="1186617"/>
            <a:ext cx="1587161" cy="1254542"/>
          </a:xfrm>
          <a:custGeom>
            <a:avLst/>
            <a:gdLst>
              <a:gd name="csX0" fmla="*/ 5 w 1587161"/>
              <a:gd name="csY0" fmla="*/ 18 h 1254542"/>
              <a:gd name="csX1" fmla="*/ 1587166 w 1587161"/>
              <a:gd name="csY1" fmla="*/ 1254561 h 12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87161" h="1254542">
                <a:moveTo>
                  <a:pt x="5" y="18"/>
                </a:moveTo>
                <a:lnTo>
                  <a:pt x="1587166" y="1254561"/>
                </a:lnTo>
              </a:path>
            </a:pathLst>
          </a:custGeom>
          <a:noFill/>
          <a:ln w="12153" cap="flat">
            <a:solidFill>
              <a:srgbClr val="EB9090"/>
            </a:solidFill>
            <a:custDash>
              <a:ds d="224162" sp="149441"/>
            </a:custDash>
            <a:miter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5F6E172F-4E77-EE8A-D5F7-46DA355A56C7}"/>
              </a:ext>
            </a:extLst>
          </p:cNvPr>
          <p:cNvSpPr/>
          <p:nvPr/>
        </p:nvSpPr>
        <p:spPr>
          <a:xfrm>
            <a:off x="5823775" y="1538295"/>
            <a:ext cx="1642150" cy="902864"/>
          </a:xfrm>
          <a:custGeom>
            <a:avLst/>
            <a:gdLst>
              <a:gd name="csX0" fmla="*/ 0 w 1642150"/>
              <a:gd name="csY0" fmla="*/ 902865 h 902864"/>
              <a:gd name="csX1" fmla="*/ 1596691 w 1642150"/>
              <a:gd name="csY1" fmla="*/ 0 h 902864"/>
              <a:gd name="csX2" fmla="*/ 1558648 w 1642150"/>
              <a:gd name="csY2" fmla="*/ 636724 h 90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2150" h="902864">
                <a:moveTo>
                  <a:pt x="0" y="902865"/>
                </a:moveTo>
                <a:lnTo>
                  <a:pt x="1596691" y="0"/>
                </a:lnTo>
                <a:cubicBezTo>
                  <a:pt x="1672698" y="218569"/>
                  <a:pt x="1648912" y="441941"/>
                  <a:pt x="1558648" y="636724"/>
                </a:cubicBezTo>
                <a:close/>
              </a:path>
            </a:pathLst>
          </a:custGeom>
          <a:solidFill>
            <a:srgbClr val="E8EFFD"/>
          </a:solidFill>
          <a:ln w="19788" cap="flat">
            <a:noFill/>
            <a:prstDash val="solid"/>
            <a:miter/>
          </a:ln>
        </p:spPr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EF2F3ABF-8DFC-5F64-DF5C-63D19A002CFC}"/>
              </a:ext>
            </a:extLst>
          </p:cNvPr>
          <p:cNvSpPr/>
          <p:nvPr/>
        </p:nvSpPr>
        <p:spPr>
          <a:xfrm flipV="1">
            <a:off x="5823775" y="1538295"/>
            <a:ext cx="1596691" cy="902864"/>
          </a:xfrm>
          <a:custGeom>
            <a:avLst/>
            <a:gdLst>
              <a:gd name="csX0" fmla="*/ 5 w 1596691"/>
              <a:gd name="csY0" fmla="*/ 36 h 902864"/>
              <a:gd name="csX1" fmla="*/ 1596696 w 1596691"/>
              <a:gd name="csY1" fmla="*/ 902901 h 90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96691" h="902864">
                <a:moveTo>
                  <a:pt x="5" y="36"/>
                </a:moveTo>
                <a:lnTo>
                  <a:pt x="1596696" y="902901"/>
                </a:lnTo>
              </a:path>
            </a:pathLst>
          </a:custGeom>
          <a:noFill/>
          <a:ln w="21563" cap="flat">
            <a:solidFill>
              <a:srgbClr val="265BC2"/>
            </a:solidFill>
            <a:prstDash val="solid"/>
            <a:miter/>
          </a:ln>
        </p:spPr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2D4405E5-BA3B-7F1B-0F37-A0A6BB5E561A}"/>
              </a:ext>
            </a:extLst>
          </p:cNvPr>
          <p:cNvSpPr/>
          <p:nvPr/>
        </p:nvSpPr>
        <p:spPr>
          <a:xfrm flipV="1">
            <a:off x="5823775" y="2175019"/>
            <a:ext cx="1558648" cy="266140"/>
          </a:xfrm>
          <a:custGeom>
            <a:avLst/>
            <a:gdLst>
              <a:gd name="csX0" fmla="*/ 5 w 1558648"/>
              <a:gd name="csY0" fmla="*/ 68 h 266140"/>
              <a:gd name="csX1" fmla="*/ 1558654 w 1558648"/>
              <a:gd name="csY1" fmla="*/ 266209 h 2661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58648" h="266140">
                <a:moveTo>
                  <a:pt x="5" y="68"/>
                </a:moveTo>
                <a:lnTo>
                  <a:pt x="1558654" y="266209"/>
                </a:lnTo>
              </a:path>
            </a:pathLst>
          </a:custGeom>
          <a:noFill/>
          <a:ln w="21563" cap="flat">
            <a:solidFill>
              <a:srgbClr val="265BC2"/>
            </a:solidFill>
            <a:prstDash val="solid"/>
            <a:miter/>
          </a:ln>
        </p:spPr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83BCA315-ECF2-BCAE-21AE-AFDA65D4E784}"/>
              </a:ext>
            </a:extLst>
          </p:cNvPr>
          <p:cNvSpPr/>
          <p:nvPr/>
        </p:nvSpPr>
        <p:spPr>
          <a:xfrm flipV="1">
            <a:off x="7382424" y="1538295"/>
            <a:ext cx="83501" cy="636723"/>
          </a:xfrm>
          <a:custGeom>
            <a:avLst/>
            <a:gdLst>
              <a:gd name="csX0" fmla="*/ 38047 w 83501"/>
              <a:gd name="csY0" fmla="*/ 636747 h 636723"/>
              <a:gd name="csX1" fmla="*/ 4 w 83501"/>
              <a:gd name="csY1" fmla="*/ 23 h 6367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501" h="636723">
                <a:moveTo>
                  <a:pt x="38047" y="636747"/>
                </a:moveTo>
                <a:cubicBezTo>
                  <a:pt x="114054" y="418178"/>
                  <a:pt x="90268" y="194805"/>
                  <a:pt x="4" y="23"/>
                </a:cubicBezTo>
              </a:path>
            </a:pathLst>
          </a:custGeom>
          <a:noFill/>
          <a:ln w="21563" cap="flat">
            <a:solidFill>
              <a:srgbClr val="265BC2"/>
            </a:solidFill>
            <a:prstDash val="solid"/>
            <a:miter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39D599F0-56BF-6B50-A701-DE07FE2F21B3}"/>
              </a:ext>
            </a:extLst>
          </p:cNvPr>
          <p:cNvSpPr/>
          <p:nvPr/>
        </p:nvSpPr>
        <p:spPr>
          <a:xfrm flipV="1">
            <a:off x="5823775" y="1870913"/>
            <a:ext cx="1606143" cy="570246"/>
          </a:xfrm>
          <a:custGeom>
            <a:avLst/>
            <a:gdLst>
              <a:gd name="csX0" fmla="*/ 5 w 1606143"/>
              <a:gd name="csY0" fmla="*/ 53 h 570246"/>
              <a:gd name="csX1" fmla="*/ 1606148 w 1606143"/>
              <a:gd name="csY1" fmla="*/ 570300 h 570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6143" h="570246">
                <a:moveTo>
                  <a:pt x="5" y="53"/>
                </a:moveTo>
                <a:lnTo>
                  <a:pt x="1606148" y="570300"/>
                </a:lnTo>
              </a:path>
            </a:pathLst>
          </a:custGeom>
          <a:noFill/>
          <a:ln w="12153" cap="flat">
            <a:solidFill>
              <a:srgbClr val="7DA5F3"/>
            </a:solidFill>
            <a:custDash>
              <a:ds d="224162" sp="149441"/>
            </a:custDash>
            <a:miter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C3E0E379-36AA-9976-B341-B8711FD21707}"/>
              </a:ext>
            </a:extLst>
          </p:cNvPr>
          <p:cNvSpPr/>
          <p:nvPr/>
        </p:nvSpPr>
        <p:spPr>
          <a:xfrm flipV="1">
            <a:off x="5823775" y="1725562"/>
            <a:ext cx="1097880" cy="715597"/>
          </a:xfrm>
          <a:custGeom>
            <a:avLst/>
            <a:gdLst>
              <a:gd name="csX0" fmla="*/ 5 w 1097880"/>
              <a:gd name="csY0" fmla="*/ 46 h 715597"/>
              <a:gd name="csX1" fmla="*/ 1097885 w 1097880"/>
              <a:gd name="csY1" fmla="*/ 715643 h 7155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7880" h="715597">
                <a:moveTo>
                  <a:pt x="5" y="46"/>
                </a:moveTo>
                <a:lnTo>
                  <a:pt x="1097885" y="715643"/>
                </a:lnTo>
              </a:path>
            </a:pathLst>
          </a:custGeom>
          <a:noFill/>
          <a:ln w="25483" cap="flat">
            <a:solidFill>
              <a:srgbClr val="333333"/>
            </a:solidFill>
            <a:prstDash val="solid"/>
            <a:miter/>
          </a:ln>
        </p:spPr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D17F3B5C-2552-3340-1A11-5AB9A235FE03}"/>
              </a:ext>
            </a:extLst>
          </p:cNvPr>
          <p:cNvSpPr/>
          <p:nvPr/>
        </p:nvSpPr>
        <p:spPr>
          <a:xfrm rot="19614179" flipV="1">
            <a:off x="6917627" y="1691904"/>
            <a:ext cx="49121" cy="40422"/>
          </a:xfrm>
          <a:custGeom>
            <a:avLst/>
            <a:gdLst>
              <a:gd name="csX0" fmla="*/ 49208 w 49121"/>
              <a:gd name="csY0" fmla="*/ 20222 h 40422"/>
              <a:gd name="csX1" fmla="*/ 87 w 49121"/>
              <a:gd name="csY1" fmla="*/ 40495 h 40422"/>
              <a:gd name="csX2" fmla="*/ 97 w 49121"/>
              <a:gd name="csY2" fmla="*/ 72 h 40422"/>
              <a:gd name="csX3" fmla="*/ 49208 w 49121"/>
              <a:gd name="csY3" fmla="*/ 20222 h 40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121" h="40422">
                <a:moveTo>
                  <a:pt x="49208" y="20222"/>
                </a:moveTo>
                <a:cubicBezTo>
                  <a:pt x="43152" y="21857"/>
                  <a:pt x="16692" y="30781"/>
                  <a:pt x="87" y="40495"/>
                </a:cubicBezTo>
                <a:lnTo>
                  <a:pt x="97" y="72"/>
                </a:lnTo>
                <a:cubicBezTo>
                  <a:pt x="16652" y="9720"/>
                  <a:pt x="43142" y="18720"/>
                  <a:pt x="49208" y="20222"/>
                </a:cubicBezTo>
                <a:close/>
              </a:path>
            </a:pathLst>
          </a:custGeom>
          <a:solidFill>
            <a:srgbClr val="333333"/>
          </a:solidFill>
          <a:ln w="20077" cap="flat">
            <a:solidFill>
              <a:srgbClr val="333333"/>
            </a:solidFill>
            <a:prstDash val="solid"/>
            <a:miter/>
          </a:ln>
        </p:spPr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321B30E9-1808-D918-F343-EE68D7ED6096}"/>
              </a:ext>
            </a:extLst>
          </p:cNvPr>
          <p:cNvSpPr/>
          <p:nvPr/>
        </p:nvSpPr>
        <p:spPr>
          <a:xfrm flipV="1">
            <a:off x="5823775" y="1133621"/>
            <a:ext cx="490908" cy="1307538"/>
          </a:xfrm>
          <a:custGeom>
            <a:avLst/>
            <a:gdLst>
              <a:gd name="csX0" fmla="*/ 5 w 490908"/>
              <a:gd name="csY0" fmla="*/ 16 h 1307538"/>
              <a:gd name="csX1" fmla="*/ 490913 w 490908"/>
              <a:gd name="csY1" fmla="*/ 1307554 h 130753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90908" h="1307538">
                <a:moveTo>
                  <a:pt x="5" y="16"/>
                </a:moveTo>
                <a:lnTo>
                  <a:pt x="490913" y="1307554"/>
                </a:lnTo>
              </a:path>
            </a:pathLst>
          </a:custGeom>
          <a:noFill/>
          <a:ln w="25483" cap="flat">
            <a:solidFill>
              <a:srgbClr val="21865E"/>
            </a:solidFill>
            <a:prstDash val="solid"/>
            <a:miter/>
          </a:ln>
        </p:spPr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AD77B41D-EF30-AC79-8984-84DCC1D0E295}"/>
              </a:ext>
            </a:extLst>
          </p:cNvPr>
          <p:cNvSpPr/>
          <p:nvPr/>
        </p:nvSpPr>
        <p:spPr>
          <a:xfrm rot="17434673" flipV="1">
            <a:off x="6298756" y="1090467"/>
            <a:ext cx="49087" cy="40408"/>
          </a:xfrm>
          <a:custGeom>
            <a:avLst/>
            <a:gdLst>
              <a:gd name="csX0" fmla="*/ 49144 w 49087"/>
              <a:gd name="csY0" fmla="*/ 20292 h 40408"/>
              <a:gd name="csX1" fmla="*/ 113 w 49087"/>
              <a:gd name="csY1" fmla="*/ 40450 h 40408"/>
              <a:gd name="csX2" fmla="*/ 56 w 49087"/>
              <a:gd name="csY2" fmla="*/ 42 h 40408"/>
              <a:gd name="csX3" fmla="*/ 49144 w 49087"/>
              <a:gd name="csY3" fmla="*/ 20292 h 404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087" h="40408">
                <a:moveTo>
                  <a:pt x="49144" y="20292"/>
                </a:moveTo>
                <a:cubicBezTo>
                  <a:pt x="43104" y="21831"/>
                  <a:pt x="16657" y="30771"/>
                  <a:pt x="113" y="40450"/>
                </a:cubicBezTo>
                <a:lnTo>
                  <a:pt x="56" y="42"/>
                </a:lnTo>
                <a:cubicBezTo>
                  <a:pt x="16683" y="9760"/>
                  <a:pt x="43123" y="18693"/>
                  <a:pt x="49144" y="20292"/>
                </a:cubicBezTo>
                <a:close/>
              </a:path>
            </a:pathLst>
          </a:custGeom>
          <a:solidFill>
            <a:srgbClr val="21865E"/>
          </a:solidFill>
          <a:ln w="20077" cap="flat">
            <a:solidFill>
              <a:srgbClr val="21865E"/>
            </a:solidFill>
            <a:prstDash val="solid"/>
            <a:miter/>
          </a:ln>
        </p:spPr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94112711-53A0-60FE-B569-16D47E2AA2B0}"/>
              </a:ext>
            </a:extLst>
          </p:cNvPr>
          <p:cNvSpPr/>
          <p:nvPr/>
        </p:nvSpPr>
        <p:spPr>
          <a:xfrm flipV="1">
            <a:off x="6397896" y="1098368"/>
            <a:ext cx="599611" cy="577684"/>
          </a:xfrm>
          <a:custGeom>
            <a:avLst/>
            <a:gdLst>
              <a:gd name="csX0" fmla="*/ 599616 w 599611"/>
              <a:gd name="csY0" fmla="*/ -25 h 577684"/>
              <a:gd name="csX1" fmla="*/ 5 w 599611"/>
              <a:gd name="csY1" fmla="*/ 577660 h 5776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99611" h="577684">
                <a:moveTo>
                  <a:pt x="599616" y="-25"/>
                </a:moveTo>
                <a:lnTo>
                  <a:pt x="5" y="577660"/>
                </a:lnTo>
              </a:path>
            </a:pathLst>
          </a:custGeom>
          <a:noFill/>
          <a:ln w="13721" cap="flat">
            <a:solidFill>
              <a:srgbClr val="727272"/>
            </a:solidFill>
            <a:custDash>
              <a:ds d="224162" sp="149441"/>
            </a:custDash>
            <a:miter/>
          </a:ln>
        </p:spPr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E8703F54-3A7A-0C38-F715-10B4B18A6E0F}"/>
              </a:ext>
            </a:extLst>
          </p:cNvPr>
          <p:cNvSpPr/>
          <p:nvPr/>
        </p:nvSpPr>
        <p:spPr>
          <a:xfrm rot="13436088" flipV="1">
            <a:off x="6360937" y="1066039"/>
            <a:ext cx="43021" cy="34740"/>
          </a:xfrm>
          <a:custGeom>
            <a:avLst/>
            <a:gdLst>
              <a:gd name="csX0" fmla="*/ 43081 w 43021"/>
              <a:gd name="csY0" fmla="*/ 17488 h 34740"/>
              <a:gd name="csX1" fmla="*/ 59 w 43021"/>
              <a:gd name="csY1" fmla="*/ 34781 h 34740"/>
              <a:gd name="csX2" fmla="*/ 71 w 43021"/>
              <a:gd name="csY2" fmla="*/ 40 h 34740"/>
              <a:gd name="csX3" fmla="*/ 43081 w 43021"/>
              <a:gd name="csY3" fmla="*/ 17488 h 34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021" h="34740">
                <a:moveTo>
                  <a:pt x="43081" y="17488"/>
                </a:moveTo>
                <a:cubicBezTo>
                  <a:pt x="37844" y="18790"/>
                  <a:pt x="14590" y="26511"/>
                  <a:pt x="59" y="34781"/>
                </a:cubicBezTo>
                <a:lnTo>
                  <a:pt x="71" y="40"/>
                </a:lnTo>
                <a:cubicBezTo>
                  <a:pt x="14583" y="8428"/>
                  <a:pt x="37849" y="16105"/>
                  <a:pt x="43081" y="17488"/>
                </a:cubicBezTo>
                <a:close/>
              </a:path>
            </a:pathLst>
          </a:custGeom>
          <a:solidFill>
            <a:srgbClr val="727272"/>
          </a:solidFill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737DE9A1-0256-4071-C014-E54CCF9237C2}"/>
              </a:ext>
            </a:extLst>
          </p:cNvPr>
          <p:cNvSpPr/>
          <p:nvPr/>
        </p:nvSpPr>
        <p:spPr>
          <a:xfrm flipV="1">
            <a:off x="8585708" y="2435356"/>
            <a:ext cx="1590105" cy="19834"/>
          </a:xfrm>
          <a:custGeom>
            <a:avLst/>
            <a:gdLst>
              <a:gd name="csX0" fmla="*/ 5 w 1590105"/>
              <a:gd name="csY0" fmla="*/ 82 h 19834"/>
              <a:gd name="csX1" fmla="*/ 1590110 w 1590105"/>
              <a:gd name="csY1" fmla="*/ 82 h 19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90105" h="19834">
                <a:moveTo>
                  <a:pt x="5" y="82"/>
                </a:moveTo>
                <a:lnTo>
                  <a:pt x="1590110" y="82"/>
                </a:lnTo>
              </a:path>
            </a:pathLst>
          </a:custGeom>
          <a:noFill/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B8FDCEE8-F877-02FB-5CD3-5704B2D47382}"/>
              </a:ext>
            </a:extLst>
          </p:cNvPr>
          <p:cNvSpPr/>
          <p:nvPr/>
        </p:nvSpPr>
        <p:spPr>
          <a:xfrm flipV="1">
            <a:off x="10175813" y="2413739"/>
            <a:ext cx="54235" cy="43155"/>
          </a:xfrm>
          <a:custGeom>
            <a:avLst/>
            <a:gdLst>
              <a:gd name="csX0" fmla="*/ 54347 w 54235"/>
              <a:gd name="csY0" fmla="*/ 21648 h 43155"/>
              <a:gd name="csX1" fmla="*/ 112 w 54235"/>
              <a:gd name="csY1" fmla="*/ 43265 h 43155"/>
              <a:gd name="csX2" fmla="*/ 112 w 54235"/>
              <a:gd name="csY2" fmla="*/ 109 h 43155"/>
              <a:gd name="csX3" fmla="*/ 54347 w 54235"/>
              <a:gd name="csY3" fmla="*/ 21648 h 43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235" h="43155">
                <a:moveTo>
                  <a:pt x="54347" y="21648"/>
                </a:moveTo>
                <a:cubicBezTo>
                  <a:pt x="47684" y="23353"/>
                  <a:pt x="18397" y="32882"/>
                  <a:pt x="112" y="43265"/>
                </a:cubicBezTo>
                <a:lnTo>
                  <a:pt x="112" y="109"/>
                </a:lnTo>
                <a:cubicBezTo>
                  <a:pt x="18397" y="10491"/>
                  <a:pt x="47684" y="19943"/>
                  <a:pt x="54347" y="21648"/>
                </a:cubicBezTo>
                <a:close/>
              </a:path>
            </a:pathLst>
          </a:custGeom>
          <a:solidFill>
            <a:srgbClr val="727272"/>
          </a:solidFill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15A0F7E9-F545-C8D4-BF2B-D5F1017CC065}"/>
              </a:ext>
            </a:extLst>
          </p:cNvPr>
          <p:cNvSpPr/>
          <p:nvPr/>
        </p:nvSpPr>
        <p:spPr>
          <a:xfrm flipV="1">
            <a:off x="8585708" y="949770"/>
            <a:ext cx="19834" cy="1485585"/>
          </a:xfrm>
          <a:custGeom>
            <a:avLst/>
            <a:gdLst>
              <a:gd name="csX0" fmla="*/ 5 w 19834"/>
              <a:gd name="csY0" fmla="*/ 7 h 1485585"/>
              <a:gd name="csX1" fmla="*/ 5 w 19834"/>
              <a:gd name="csY1" fmla="*/ 1485592 h 14855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834" h="1485585">
                <a:moveTo>
                  <a:pt x="5" y="7"/>
                </a:moveTo>
                <a:lnTo>
                  <a:pt x="5" y="1485592"/>
                </a:lnTo>
              </a:path>
            </a:pathLst>
          </a:custGeom>
          <a:noFill/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03DD5145-1E55-4F58-CD64-F47A69FE3DD5}"/>
              </a:ext>
            </a:extLst>
          </p:cNvPr>
          <p:cNvSpPr/>
          <p:nvPr/>
        </p:nvSpPr>
        <p:spPr>
          <a:xfrm rot="16200000" flipV="1">
            <a:off x="8558629" y="901075"/>
            <a:ext cx="54235" cy="43155"/>
          </a:xfrm>
          <a:custGeom>
            <a:avLst/>
            <a:gdLst>
              <a:gd name="csX0" fmla="*/ 54266 w 54235"/>
              <a:gd name="csY0" fmla="*/ 21649 h 43155"/>
              <a:gd name="csX1" fmla="*/ 30 w 54235"/>
              <a:gd name="csY1" fmla="*/ 43188 h 43155"/>
              <a:gd name="csX2" fmla="*/ 30 w 54235"/>
              <a:gd name="csY2" fmla="*/ 33 h 43155"/>
              <a:gd name="csX3" fmla="*/ 54266 w 54235"/>
              <a:gd name="csY3" fmla="*/ 21649 h 43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235" h="43155">
                <a:moveTo>
                  <a:pt x="54266" y="21649"/>
                </a:moveTo>
                <a:cubicBezTo>
                  <a:pt x="47603" y="23354"/>
                  <a:pt x="18316" y="32884"/>
                  <a:pt x="30" y="43188"/>
                </a:cubicBezTo>
                <a:lnTo>
                  <a:pt x="30" y="33"/>
                </a:lnTo>
                <a:cubicBezTo>
                  <a:pt x="18316" y="10415"/>
                  <a:pt x="47603" y="19945"/>
                  <a:pt x="54266" y="21649"/>
                </a:cubicBezTo>
                <a:close/>
              </a:path>
            </a:pathLst>
          </a:custGeom>
          <a:solidFill>
            <a:srgbClr val="727272"/>
          </a:solidFill>
          <a:ln w="13721" cap="flat">
            <a:solidFill>
              <a:srgbClr val="727272"/>
            </a:solidFill>
            <a:prstDash val="solid"/>
            <a:miter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99D51A37-CB51-E77A-782E-2C9E7F95DC11}"/>
              </a:ext>
            </a:extLst>
          </p:cNvPr>
          <p:cNvSpPr/>
          <p:nvPr/>
        </p:nvSpPr>
        <p:spPr>
          <a:xfrm>
            <a:off x="8585708" y="838666"/>
            <a:ext cx="1632441" cy="1596690"/>
          </a:xfrm>
          <a:custGeom>
            <a:avLst/>
            <a:gdLst>
              <a:gd name="csX0" fmla="*/ 0 w 1632441"/>
              <a:gd name="csY0" fmla="*/ 1596690 h 1596690"/>
              <a:gd name="csX1" fmla="*/ 1625203 w 1632441"/>
              <a:gd name="csY1" fmla="*/ 0 h 1596690"/>
              <a:gd name="csX2" fmla="*/ 1506350 w 1632441"/>
              <a:gd name="csY2" fmla="*/ 655784 h 1596690"/>
              <a:gd name="csX3" fmla="*/ 0 w 1632441"/>
              <a:gd name="csY3" fmla="*/ 1596690 h 159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32441" h="1596690">
                <a:moveTo>
                  <a:pt x="0" y="1596690"/>
                </a:moveTo>
                <a:cubicBezTo>
                  <a:pt x="494240" y="1026444"/>
                  <a:pt x="784089" y="299379"/>
                  <a:pt x="1625203" y="0"/>
                </a:cubicBezTo>
                <a:cubicBezTo>
                  <a:pt x="1648912" y="261415"/>
                  <a:pt x="1615673" y="475180"/>
                  <a:pt x="1506350" y="655784"/>
                </a:cubicBezTo>
                <a:cubicBezTo>
                  <a:pt x="1064486" y="727064"/>
                  <a:pt x="551264" y="1359062"/>
                  <a:pt x="0" y="1596690"/>
                </a:cubicBezTo>
                <a:close/>
              </a:path>
            </a:pathLst>
          </a:custGeom>
          <a:solidFill>
            <a:srgbClr val="FAE8E8"/>
          </a:solidFill>
          <a:ln w="19788" cap="flat">
            <a:noFill/>
            <a:prstDash val="solid"/>
            <a:miter/>
          </a:ln>
        </p:spPr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D4E48A6F-8873-2297-95B4-D5A7CBE40D4A}"/>
              </a:ext>
            </a:extLst>
          </p:cNvPr>
          <p:cNvSpPr/>
          <p:nvPr/>
        </p:nvSpPr>
        <p:spPr>
          <a:xfrm flipV="1">
            <a:off x="8585708" y="838665"/>
            <a:ext cx="1625203" cy="1596690"/>
          </a:xfrm>
          <a:custGeom>
            <a:avLst/>
            <a:gdLst>
              <a:gd name="csX0" fmla="*/ 5 w 1625203"/>
              <a:gd name="csY0" fmla="*/ 1 h 1596690"/>
              <a:gd name="csX1" fmla="*/ 1625208 w 1625203"/>
              <a:gd name="csY1" fmla="*/ 1596692 h 159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5203" h="1596690">
                <a:moveTo>
                  <a:pt x="5" y="1"/>
                </a:moveTo>
                <a:cubicBezTo>
                  <a:pt x="494244" y="570248"/>
                  <a:pt x="784094" y="1297312"/>
                  <a:pt x="1625208" y="1596692"/>
                </a:cubicBezTo>
              </a:path>
            </a:pathLst>
          </a:custGeom>
          <a:noFill/>
          <a:ln w="21563" cap="flat">
            <a:solidFill>
              <a:srgbClr val="C54848"/>
            </a:solidFill>
            <a:prstDash val="solid"/>
            <a:miter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397296AF-7FEE-11B7-EA5C-1370E4F55252}"/>
              </a:ext>
            </a:extLst>
          </p:cNvPr>
          <p:cNvSpPr/>
          <p:nvPr/>
        </p:nvSpPr>
        <p:spPr>
          <a:xfrm flipV="1">
            <a:off x="8585708" y="1494449"/>
            <a:ext cx="1506350" cy="940907"/>
          </a:xfrm>
          <a:custGeom>
            <a:avLst/>
            <a:gdLst>
              <a:gd name="csX0" fmla="*/ 5 w 1506350"/>
              <a:gd name="csY0" fmla="*/ 34 h 940907"/>
              <a:gd name="csX1" fmla="*/ 1506355 w 1506350"/>
              <a:gd name="csY1" fmla="*/ 940941 h 9409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6350" h="940907">
                <a:moveTo>
                  <a:pt x="5" y="34"/>
                </a:moveTo>
                <a:cubicBezTo>
                  <a:pt x="551269" y="237663"/>
                  <a:pt x="1064491" y="869661"/>
                  <a:pt x="1506355" y="940941"/>
                </a:cubicBezTo>
              </a:path>
            </a:pathLst>
          </a:custGeom>
          <a:noFill/>
          <a:ln w="21563" cap="flat">
            <a:solidFill>
              <a:srgbClr val="C54848"/>
            </a:solidFill>
            <a:prstDash val="solid"/>
            <a:miter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E4205326-DBF8-38E3-37B4-0AD789BA9F92}"/>
              </a:ext>
            </a:extLst>
          </p:cNvPr>
          <p:cNvSpPr/>
          <p:nvPr/>
        </p:nvSpPr>
        <p:spPr>
          <a:xfrm flipV="1">
            <a:off x="10092059" y="838665"/>
            <a:ext cx="126091" cy="655783"/>
          </a:xfrm>
          <a:custGeom>
            <a:avLst/>
            <a:gdLst>
              <a:gd name="csX0" fmla="*/ 118857 w 126091"/>
              <a:gd name="csY0" fmla="*/ 655737 h 655783"/>
              <a:gd name="csX1" fmla="*/ 4 w 126091"/>
              <a:gd name="csY1" fmla="*/ -46 h 655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91" h="655783">
                <a:moveTo>
                  <a:pt x="118857" y="655737"/>
                </a:moveTo>
                <a:cubicBezTo>
                  <a:pt x="142566" y="394323"/>
                  <a:pt x="109328" y="180558"/>
                  <a:pt x="4" y="-46"/>
                </a:cubicBezTo>
              </a:path>
            </a:pathLst>
          </a:custGeom>
          <a:noFill/>
          <a:ln w="21563" cap="flat">
            <a:solidFill>
              <a:srgbClr val="C54848"/>
            </a:solidFill>
            <a:prstDash val="solid"/>
            <a:miter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AC4D6A91-19E1-DC90-4AB8-1C9A8F907D2A}"/>
              </a:ext>
            </a:extLst>
          </p:cNvPr>
          <p:cNvSpPr/>
          <p:nvPr/>
        </p:nvSpPr>
        <p:spPr>
          <a:xfrm flipV="1">
            <a:off x="8585708" y="1171360"/>
            <a:ext cx="1568178" cy="1263995"/>
          </a:xfrm>
          <a:custGeom>
            <a:avLst/>
            <a:gdLst>
              <a:gd name="csX0" fmla="*/ 5 w 1568178"/>
              <a:gd name="csY0" fmla="*/ 18 h 1263995"/>
              <a:gd name="csX1" fmla="*/ 1568184 w 1568178"/>
              <a:gd name="csY1" fmla="*/ 1264013 h 126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68178" h="1263995">
                <a:moveTo>
                  <a:pt x="5" y="18"/>
                </a:moveTo>
                <a:cubicBezTo>
                  <a:pt x="589234" y="394464"/>
                  <a:pt x="902870" y="1050171"/>
                  <a:pt x="1568184" y="1264013"/>
                </a:cubicBezTo>
              </a:path>
            </a:pathLst>
          </a:custGeom>
          <a:noFill/>
          <a:ln w="12153" cap="flat">
            <a:solidFill>
              <a:srgbClr val="EA8E8E"/>
            </a:solidFill>
            <a:custDash>
              <a:ds d="224162" sp="149441"/>
            </a:custDash>
            <a:miter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9B3A9B41-7E19-D3C7-5380-ECA0C422CE2E}"/>
              </a:ext>
            </a:extLst>
          </p:cNvPr>
          <p:cNvSpPr/>
          <p:nvPr/>
        </p:nvSpPr>
        <p:spPr>
          <a:xfrm flipV="1">
            <a:off x="8951643" y="1095276"/>
            <a:ext cx="1135690" cy="974145"/>
          </a:xfrm>
          <a:custGeom>
            <a:avLst/>
            <a:gdLst>
              <a:gd name="csX0" fmla="*/ 5 w 1135690"/>
              <a:gd name="csY0" fmla="*/ -4 h 974145"/>
              <a:gd name="csX1" fmla="*/ 1135695 w 1135690"/>
              <a:gd name="csY1" fmla="*/ 974141 h 9741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5690" h="974145">
                <a:moveTo>
                  <a:pt x="5" y="-4"/>
                </a:moveTo>
                <a:cubicBezTo>
                  <a:pt x="289854" y="280315"/>
                  <a:pt x="574978" y="774555"/>
                  <a:pt x="1135695" y="974141"/>
                </a:cubicBezTo>
              </a:path>
            </a:pathLst>
          </a:custGeom>
          <a:noFill/>
          <a:ln w="14702" cap="flat">
            <a:solidFill>
              <a:srgbClr val="EB9393"/>
            </a:solidFill>
            <a:custDash>
              <a:ds d="56041" sp="149441"/>
            </a:custDash>
            <a:miter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A2681B24-E532-A2BF-4C3F-46CFCAE13CC3}"/>
              </a:ext>
            </a:extLst>
          </p:cNvPr>
          <p:cNvSpPr/>
          <p:nvPr/>
        </p:nvSpPr>
        <p:spPr>
          <a:xfrm>
            <a:off x="8585708" y="1484919"/>
            <a:ext cx="1644703" cy="950436"/>
          </a:xfrm>
          <a:custGeom>
            <a:avLst/>
            <a:gdLst>
              <a:gd name="csX0" fmla="*/ 0 w 1644703"/>
              <a:gd name="csY0" fmla="*/ 950437 h 950436"/>
              <a:gd name="csX1" fmla="*/ 1606143 w 1644703"/>
              <a:gd name="csY1" fmla="*/ 0 h 950436"/>
              <a:gd name="csX2" fmla="*/ 1544392 w 1644703"/>
              <a:gd name="csY2" fmla="*/ 703356 h 950436"/>
              <a:gd name="csX3" fmla="*/ 0 w 1644703"/>
              <a:gd name="csY3" fmla="*/ 950437 h 950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44703" h="950436">
                <a:moveTo>
                  <a:pt x="0" y="950437"/>
                </a:moveTo>
                <a:cubicBezTo>
                  <a:pt x="460924" y="779363"/>
                  <a:pt x="803072" y="128305"/>
                  <a:pt x="1606143" y="0"/>
                </a:cubicBezTo>
                <a:cubicBezTo>
                  <a:pt x="1672698" y="218646"/>
                  <a:pt x="1653715" y="475257"/>
                  <a:pt x="1544392" y="703356"/>
                </a:cubicBezTo>
                <a:cubicBezTo>
                  <a:pt x="983676" y="570247"/>
                  <a:pt x="498966" y="898138"/>
                  <a:pt x="0" y="950437"/>
                </a:cubicBezTo>
                <a:close/>
              </a:path>
            </a:pathLst>
          </a:custGeom>
          <a:solidFill>
            <a:srgbClr val="E8EFFD"/>
          </a:solidFill>
          <a:ln w="19788" cap="flat">
            <a:noFill/>
            <a:prstDash val="solid"/>
            <a:miter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B2159A0E-A4CF-315C-3DCB-F34AFA783960}"/>
              </a:ext>
            </a:extLst>
          </p:cNvPr>
          <p:cNvSpPr/>
          <p:nvPr/>
        </p:nvSpPr>
        <p:spPr>
          <a:xfrm flipV="1">
            <a:off x="8585708" y="1484919"/>
            <a:ext cx="1606143" cy="950437"/>
          </a:xfrm>
          <a:custGeom>
            <a:avLst/>
            <a:gdLst>
              <a:gd name="csX0" fmla="*/ 5 w 1606143"/>
              <a:gd name="csY0" fmla="*/ 34 h 950437"/>
              <a:gd name="csX1" fmla="*/ 1606148 w 1606143"/>
              <a:gd name="csY1" fmla="*/ 950471 h 950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6143" h="950437">
                <a:moveTo>
                  <a:pt x="5" y="34"/>
                </a:moveTo>
                <a:cubicBezTo>
                  <a:pt x="460928" y="171108"/>
                  <a:pt x="803077" y="822165"/>
                  <a:pt x="1606148" y="950471"/>
                </a:cubicBezTo>
              </a:path>
            </a:pathLst>
          </a:custGeom>
          <a:noFill/>
          <a:ln w="21563" cap="flat">
            <a:solidFill>
              <a:srgbClr val="265BC2"/>
            </a:solidFill>
            <a:prstDash val="solid"/>
            <a:miter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EC7B8A94-1C90-9FA5-B3A6-C49B6415FD26}"/>
              </a:ext>
            </a:extLst>
          </p:cNvPr>
          <p:cNvSpPr/>
          <p:nvPr/>
        </p:nvSpPr>
        <p:spPr>
          <a:xfrm flipV="1">
            <a:off x="8585708" y="2156727"/>
            <a:ext cx="1544392" cy="278629"/>
          </a:xfrm>
          <a:custGeom>
            <a:avLst/>
            <a:gdLst>
              <a:gd name="csX0" fmla="*/ 5 w 1544392"/>
              <a:gd name="csY0" fmla="*/ 68 h 278629"/>
              <a:gd name="csX1" fmla="*/ 1544397 w 1544392"/>
              <a:gd name="csY1" fmla="*/ 247149 h 278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44392" h="278629">
                <a:moveTo>
                  <a:pt x="5" y="68"/>
                </a:moveTo>
                <a:cubicBezTo>
                  <a:pt x="498971" y="52366"/>
                  <a:pt x="983680" y="380258"/>
                  <a:pt x="1544397" y="247149"/>
                </a:cubicBezTo>
              </a:path>
            </a:pathLst>
          </a:custGeom>
          <a:noFill/>
          <a:ln w="21563" cap="flat">
            <a:solidFill>
              <a:srgbClr val="265BC2"/>
            </a:solidFill>
            <a:prstDash val="solid"/>
            <a:miter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8F2AC27F-A13B-96E1-CB62-EF426DE7CBEA}"/>
              </a:ext>
            </a:extLst>
          </p:cNvPr>
          <p:cNvSpPr/>
          <p:nvPr/>
        </p:nvSpPr>
        <p:spPr>
          <a:xfrm flipV="1">
            <a:off x="10130101" y="1484919"/>
            <a:ext cx="100311" cy="703355"/>
          </a:xfrm>
          <a:custGeom>
            <a:avLst/>
            <a:gdLst>
              <a:gd name="csX0" fmla="*/ 61755 w 100311"/>
              <a:gd name="csY0" fmla="*/ 703377 h 703355"/>
              <a:gd name="csX1" fmla="*/ 4 w 100311"/>
              <a:gd name="csY1" fmla="*/ 21 h 703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311" h="703355">
                <a:moveTo>
                  <a:pt x="61755" y="703377"/>
                </a:moveTo>
                <a:cubicBezTo>
                  <a:pt x="128310" y="484731"/>
                  <a:pt x="109328" y="228120"/>
                  <a:pt x="4" y="21"/>
                </a:cubicBezTo>
              </a:path>
            </a:pathLst>
          </a:custGeom>
          <a:noFill/>
          <a:ln w="21563" cap="flat">
            <a:solidFill>
              <a:srgbClr val="265BC2"/>
            </a:solidFill>
            <a:prstDash val="solid"/>
            <a:miter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30B893E9-C212-589C-B4D4-5E075DBE19B6}"/>
              </a:ext>
            </a:extLst>
          </p:cNvPr>
          <p:cNvSpPr/>
          <p:nvPr/>
        </p:nvSpPr>
        <p:spPr>
          <a:xfrm flipV="1">
            <a:off x="8585708" y="1863890"/>
            <a:ext cx="1587161" cy="571465"/>
          </a:xfrm>
          <a:custGeom>
            <a:avLst/>
            <a:gdLst>
              <a:gd name="csX0" fmla="*/ 5 w 1587161"/>
              <a:gd name="csY0" fmla="*/ 53 h 571465"/>
              <a:gd name="csX1" fmla="*/ 1587166 w 1587161"/>
              <a:gd name="csY1" fmla="*/ 570300 h 571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87161" h="571465">
                <a:moveTo>
                  <a:pt x="5" y="53"/>
                </a:moveTo>
                <a:cubicBezTo>
                  <a:pt x="508501" y="118829"/>
                  <a:pt x="864905" y="598812"/>
                  <a:pt x="1587166" y="570300"/>
                </a:cubicBezTo>
              </a:path>
            </a:pathLst>
          </a:custGeom>
          <a:noFill/>
          <a:ln w="12153" cap="flat">
            <a:solidFill>
              <a:srgbClr val="79A2F3"/>
            </a:solidFill>
            <a:custDash>
              <a:ds d="224162" sp="149441"/>
            </a:custDash>
            <a:miter/>
          </a:ln>
        </p:spPr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8EEBAFF7-CBF3-72DF-A8B6-09F0D336B34C}"/>
              </a:ext>
            </a:extLst>
          </p:cNvPr>
          <p:cNvSpPr/>
          <p:nvPr/>
        </p:nvSpPr>
        <p:spPr>
          <a:xfrm flipV="1">
            <a:off x="8894618" y="1774846"/>
            <a:ext cx="1173732" cy="522674"/>
          </a:xfrm>
          <a:custGeom>
            <a:avLst/>
            <a:gdLst>
              <a:gd name="csX0" fmla="*/ 5 w 1173732"/>
              <a:gd name="csY0" fmla="*/ 41 h 522674"/>
              <a:gd name="csX1" fmla="*/ 1173737 w 1173732"/>
              <a:gd name="csY1" fmla="*/ 522716 h 522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73732" h="522674">
                <a:moveTo>
                  <a:pt x="5" y="41"/>
                </a:moveTo>
                <a:cubicBezTo>
                  <a:pt x="313640" y="109287"/>
                  <a:pt x="641455" y="494204"/>
                  <a:pt x="1173737" y="522716"/>
                </a:cubicBezTo>
              </a:path>
            </a:pathLst>
          </a:custGeom>
          <a:noFill/>
          <a:ln w="14702" cap="flat">
            <a:solidFill>
              <a:srgbClr val="7DA5F3"/>
            </a:solidFill>
            <a:custDash>
              <a:ds d="56041" sp="149441"/>
            </a:custDash>
            <a:miter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7ED13422-C629-866E-40D9-868412F1EF25}"/>
              </a:ext>
            </a:extLst>
          </p:cNvPr>
          <p:cNvSpPr/>
          <p:nvPr/>
        </p:nvSpPr>
        <p:spPr>
          <a:xfrm flipV="1">
            <a:off x="8585708" y="1741452"/>
            <a:ext cx="1129801" cy="693903"/>
          </a:xfrm>
          <a:custGeom>
            <a:avLst/>
            <a:gdLst>
              <a:gd name="csX0" fmla="*/ 5 w 1129801"/>
              <a:gd name="csY0" fmla="*/ 47 h 693903"/>
              <a:gd name="csX1" fmla="*/ 1129806 w 1129801"/>
              <a:gd name="csY1" fmla="*/ 693950 h 693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29801" h="693903">
                <a:moveTo>
                  <a:pt x="5" y="47"/>
                </a:moveTo>
                <a:lnTo>
                  <a:pt x="1129806" y="693950"/>
                </a:lnTo>
              </a:path>
            </a:pathLst>
          </a:custGeom>
          <a:noFill/>
          <a:ln w="25483" cap="flat">
            <a:solidFill>
              <a:srgbClr val="333333"/>
            </a:solidFill>
            <a:prstDash val="solid"/>
            <a:miter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F3DE4D76-C663-FF73-2F97-A0F295F48DB5}"/>
              </a:ext>
            </a:extLst>
          </p:cNvPr>
          <p:cNvSpPr/>
          <p:nvPr/>
        </p:nvSpPr>
        <p:spPr>
          <a:xfrm rot="19706569" flipV="1">
            <a:off x="9711911" y="1708354"/>
            <a:ext cx="49070" cy="40449"/>
          </a:xfrm>
          <a:custGeom>
            <a:avLst/>
            <a:gdLst>
              <a:gd name="csX0" fmla="*/ 49159 w 49070"/>
              <a:gd name="csY0" fmla="*/ 20308 h 40449"/>
              <a:gd name="csX1" fmla="*/ 109 w 49070"/>
              <a:gd name="csY1" fmla="*/ 40522 h 40449"/>
              <a:gd name="csX2" fmla="*/ 89 w 49070"/>
              <a:gd name="csY2" fmla="*/ 73 h 40449"/>
              <a:gd name="csX3" fmla="*/ 49159 w 49070"/>
              <a:gd name="csY3" fmla="*/ 20308 h 40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070" h="40449">
                <a:moveTo>
                  <a:pt x="49159" y="20308"/>
                </a:moveTo>
                <a:cubicBezTo>
                  <a:pt x="43102" y="21846"/>
                  <a:pt x="16685" y="30796"/>
                  <a:pt x="109" y="40522"/>
                </a:cubicBezTo>
                <a:lnTo>
                  <a:pt x="89" y="73"/>
                </a:lnTo>
                <a:cubicBezTo>
                  <a:pt x="16693" y="9788"/>
                  <a:pt x="43176" y="18709"/>
                  <a:pt x="49159" y="20308"/>
                </a:cubicBezTo>
                <a:close/>
              </a:path>
            </a:pathLst>
          </a:custGeom>
          <a:solidFill>
            <a:srgbClr val="333333"/>
          </a:solidFill>
          <a:ln w="20077" cap="flat">
            <a:solidFill>
              <a:srgbClr val="333333"/>
            </a:solidFill>
            <a:prstDash val="solid"/>
            <a:miter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67BEEC9A-1462-BD8D-7A2E-18DC5233B9F9}"/>
              </a:ext>
            </a:extLst>
          </p:cNvPr>
          <p:cNvSpPr/>
          <p:nvPr/>
        </p:nvSpPr>
        <p:spPr>
          <a:xfrm flipV="1">
            <a:off x="8585708" y="1085901"/>
            <a:ext cx="464720" cy="1349454"/>
          </a:xfrm>
          <a:custGeom>
            <a:avLst/>
            <a:gdLst>
              <a:gd name="csX0" fmla="*/ 5 w 464720"/>
              <a:gd name="csY0" fmla="*/ 14 h 1349454"/>
              <a:gd name="csX1" fmla="*/ 464725 w 464720"/>
              <a:gd name="csY1" fmla="*/ 1349468 h 134945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64720" h="1349454">
                <a:moveTo>
                  <a:pt x="5" y="14"/>
                </a:moveTo>
                <a:lnTo>
                  <a:pt x="464725" y="1349468"/>
                </a:lnTo>
              </a:path>
            </a:pathLst>
          </a:custGeom>
          <a:noFill/>
          <a:ln w="25483" cap="flat">
            <a:solidFill>
              <a:srgbClr val="21865E"/>
            </a:solidFill>
            <a:prstDash val="solid"/>
            <a:miter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51D24166-3255-7A50-D269-900D8418C481}"/>
              </a:ext>
            </a:extLst>
          </p:cNvPr>
          <p:cNvSpPr/>
          <p:nvPr/>
        </p:nvSpPr>
        <p:spPr>
          <a:xfrm rot="17340126" flipV="1">
            <a:off x="9033876" y="1042463"/>
            <a:ext cx="49082" cy="40477"/>
          </a:xfrm>
          <a:custGeom>
            <a:avLst/>
            <a:gdLst>
              <a:gd name="csX0" fmla="*/ 49137 w 49082"/>
              <a:gd name="csY0" fmla="*/ 20299 h 40477"/>
              <a:gd name="csX1" fmla="*/ 54 w 49082"/>
              <a:gd name="csY1" fmla="*/ 40517 h 40477"/>
              <a:gd name="csX2" fmla="*/ 63 w 49082"/>
              <a:gd name="csY2" fmla="*/ 40 h 40477"/>
              <a:gd name="csX3" fmla="*/ 49137 w 49082"/>
              <a:gd name="csY3" fmla="*/ 20299 h 40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082" h="40477">
                <a:moveTo>
                  <a:pt x="49137" y="20299"/>
                </a:moveTo>
                <a:cubicBezTo>
                  <a:pt x="43118" y="21832"/>
                  <a:pt x="16617" y="30733"/>
                  <a:pt x="54" y="40517"/>
                </a:cubicBezTo>
                <a:lnTo>
                  <a:pt x="63" y="40"/>
                </a:lnTo>
                <a:cubicBezTo>
                  <a:pt x="16628" y="9759"/>
                  <a:pt x="43125" y="18720"/>
                  <a:pt x="49137" y="20299"/>
                </a:cubicBezTo>
                <a:close/>
              </a:path>
            </a:pathLst>
          </a:custGeom>
          <a:solidFill>
            <a:srgbClr val="21865E"/>
          </a:solidFill>
          <a:ln w="20078" cap="flat">
            <a:solidFill>
              <a:srgbClr val="21865E"/>
            </a:solidFill>
            <a:prstDash val="solid"/>
            <a:miter/>
          </a:ln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767F2690-2EEB-C0D1-74C6-FC129854D007}"/>
              </a:ext>
            </a:extLst>
          </p:cNvPr>
          <p:cNvSpPr/>
          <p:nvPr/>
        </p:nvSpPr>
        <p:spPr>
          <a:xfrm flipV="1">
            <a:off x="9131084" y="1050028"/>
            <a:ext cx="661594" cy="644006"/>
          </a:xfrm>
          <a:custGeom>
            <a:avLst/>
            <a:gdLst>
              <a:gd name="csX0" fmla="*/ 661600 w 661594"/>
              <a:gd name="csY0" fmla="*/ -26 h 644006"/>
              <a:gd name="csX1" fmla="*/ 5 w 661594"/>
              <a:gd name="csY1" fmla="*/ 643981 h 64400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61594" h="644006">
                <a:moveTo>
                  <a:pt x="661600" y="-26"/>
                </a:moveTo>
                <a:lnTo>
                  <a:pt x="5" y="643981"/>
                </a:lnTo>
              </a:path>
            </a:pathLst>
          </a:custGeom>
          <a:noFill/>
          <a:ln w="13721" cap="flat">
            <a:solidFill>
              <a:srgbClr val="727272"/>
            </a:solidFill>
            <a:custDash>
              <a:ds d="224162" sp="149441"/>
            </a:custDash>
            <a:miter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45F70247-58BC-49AB-7256-B5553A0BBAFF}"/>
              </a:ext>
            </a:extLst>
          </p:cNvPr>
          <p:cNvSpPr/>
          <p:nvPr/>
        </p:nvSpPr>
        <p:spPr>
          <a:xfrm rot="13453519" flipV="1">
            <a:off x="9094142" y="1017721"/>
            <a:ext cx="43050" cy="34683"/>
          </a:xfrm>
          <a:custGeom>
            <a:avLst/>
            <a:gdLst>
              <a:gd name="csX0" fmla="*/ 43108 w 43050"/>
              <a:gd name="csY0" fmla="*/ 17373 h 34683"/>
              <a:gd name="csX1" fmla="*/ 57 w 43050"/>
              <a:gd name="csY1" fmla="*/ 34721 h 34683"/>
              <a:gd name="csX2" fmla="*/ 82 w 43050"/>
              <a:gd name="csY2" fmla="*/ 38 h 34683"/>
              <a:gd name="csX3" fmla="*/ 43108 w 43050"/>
              <a:gd name="csY3" fmla="*/ 17373 h 346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050" h="34683">
                <a:moveTo>
                  <a:pt x="43108" y="17373"/>
                </a:moveTo>
                <a:cubicBezTo>
                  <a:pt x="37811" y="18705"/>
                  <a:pt x="14629" y="26415"/>
                  <a:pt x="57" y="34721"/>
                </a:cubicBezTo>
                <a:lnTo>
                  <a:pt x="82" y="38"/>
                </a:lnTo>
                <a:cubicBezTo>
                  <a:pt x="14604" y="8334"/>
                  <a:pt x="37830" y="16020"/>
                  <a:pt x="43108" y="17373"/>
                </a:cubicBezTo>
                <a:close/>
              </a:path>
            </a:pathLst>
          </a:custGeom>
          <a:solidFill>
            <a:srgbClr val="727272"/>
          </a:solidFill>
          <a:ln w="13721" cap="flat">
            <a:solidFill>
              <a:srgbClr val="727272"/>
            </a:solidFill>
            <a:prstDash val="solid"/>
            <a:miter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BCC6E8EA-5C37-CA66-F969-3BEB944DAB46}"/>
                  </a:ext>
                </a:extLst>
              </p:cNvPr>
              <p:cNvSpPr txBox="1"/>
              <p:nvPr/>
            </p:nvSpPr>
            <p:spPr>
              <a:xfrm>
                <a:off x="5760164" y="2497504"/>
                <a:ext cx="1685869" cy="415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p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𝑉𝑂</m:t>
                          </m:r>
                        </m:e>
                        <m:sup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SupPr>
                        <m:e>
                          <m: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𝑉𝑂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scadia Code" panose="020B0609020000020004" pitchFamily="49" charset="0"/>
                        </a:rPr>
                        <m:t>∪</m:t>
                      </m:r>
                      <m:sSubSup>
                        <m:sSubSupPr>
                          <m:ctrlPr>
                            <a:rPr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</m:ctrlPr>
                        </m:sSubSupPr>
                        <m:e>
                          <m:r>
                            <a:rPr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𝑉𝑂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altLang="zh-CN" sz="1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endParaRPr lang="zh-CN" altLang="en-US" sz="10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BCC6E8EA-5C37-CA66-F969-3BEB944DA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164" y="2497504"/>
                <a:ext cx="1685869" cy="415948"/>
              </a:xfrm>
              <a:prstGeom prst="rect">
                <a:avLst/>
              </a:prstGeom>
              <a:blipFill>
                <a:blip r:embed="rId10"/>
                <a:stretch>
                  <a:fillRect t="-1471" b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BE75E8F7-6AF8-A41E-CC82-D0531643DA56}"/>
                  </a:ext>
                </a:extLst>
              </p:cNvPr>
              <p:cNvSpPr txBox="1"/>
              <p:nvPr/>
            </p:nvSpPr>
            <p:spPr>
              <a:xfrm>
                <a:off x="7124854" y="984557"/>
                <a:ext cx="336550" cy="248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SupPr>
                        <m:e>
                          <m: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𝑉𝑂</m:t>
                          </m:r>
                        </m:e>
                        <m:sub>
                          <m: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BE75E8F7-6AF8-A41E-CC82-D0531643D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854" y="984557"/>
                <a:ext cx="336550" cy="248081"/>
              </a:xfrm>
              <a:prstGeom prst="rect">
                <a:avLst/>
              </a:prstGeom>
              <a:blipFill>
                <a:blip r:embed="rId11"/>
                <a:stretch>
                  <a:fillRect r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A4DD0728-5925-BF32-DABE-059DFBE812BF}"/>
                  </a:ext>
                </a:extLst>
              </p:cNvPr>
              <p:cNvSpPr txBox="1"/>
              <p:nvPr/>
            </p:nvSpPr>
            <p:spPr>
              <a:xfrm>
                <a:off x="7083372" y="1933052"/>
                <a:ext cx="392676" cy="248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</m:ctrlPr>
                        </m:sSubSupPr>
                        <m:e>
                          <m:r>
                            <a:rPr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𝑉𝑂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A4DD0728-5925-BF32-DABE-059DFBE81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372" y="1933052"/>
                <a:ext cx="392676" cy="24840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448C8F39-567A-393F-6ED3-045511325F67}"/>
                  </a:ext>
                </a:extLst>
              </p:cNvPr>
              <p:cNvSpPr txBox="1"/>
              <p:nvPr/>
            </p:nvSpPr>
            <p:spPr>
              <a:xfrm>
                <a:off x="5843609" y="1154554"/>
                <a:ext cx="361950" cy="278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10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SupPr>
                        <m:e>
                          <m:r>
                            <a:rPr lang="en-US" altLang="zh-CN" sz="10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0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𝑠𝑎𝑓𝑒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448C8F39-567A-393F-6ED3-045511325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609" y="1154554"/>
                <a:ext cx="361950" cy="278666"/>
              </a:xfrm>
              <a:prstGeom prst="rect">
                <a:avLst/>
              </a:prstGeom>
              <a:blipFill>
                <a:blip r:embed="rId13"/>
                <a:stretch>
                  <a:fillRect r="-38983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95E4F57D-6039-ADE8-06C7-157D39F6EC91}"/>
                  </a:ext>
                </a:extLst>
              </p:cNvPr>
              <p:cNvSpPr txBox="1"/>
              <p:nvPr/>
            </p:nvSpPr>
            <p:spPr>
              <a:xfrm>
                <a:off x="6482284" y="1079342"/>
                <a:ext cx="361950" cy="258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0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zh-CN" altLang="en-US" sz="10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∆</m:t>
                          </m:r>
                          <m:r>
                            <a:rPr lang="en-US" altLang="zh-CN" sz="1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𝑠𝑎𝑓𝑒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95E4F57D-6039-ADE8-06C7-157D39F6E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284" y="1079342"/>
                <a:ext cx="361950" cy="258532"/>
              </a:xfrm>
              <a:prstGeom prst="rect">
                <a:avLst/>
              </a:prstGeom>
              <a:blipFill>
                <a:blip r:embed="rId14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58D30683-2744-9B20-B369-DE2E61AFB157}"/>
                  </a:ext>
                </a:extLst>
              </p:cNvPr>
              <p:cNvSpPr txBox="1"/>
              <p:nvPr/>
            </p:nvSpPr>
            <p:spPr>
              <a:xfrm>
                <a:off x="6877542" y="1447079"/>
                <a:ext cx="361950" cy="2512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ar-AE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SupPr>
                        <m:e>
                          <m:r>
                            <a:rPr lang="zh-CN" altLang="ar-AE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ar-AE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𝑐𝑎𝑛𝑑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58D30683-2744-9B20-B369-DE2E61AFB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542" y="1447079"/>
                <a:ext cx="361950" cy="251287"/>
              </a:xfrm>
              <a:prstGeom prst="rect">
                <a:avLst/>
              </a:prstGeom>
              <a:blipFill>
                <a:blip r:embed="rId15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8D9BC329-4D67-2EFE-CA07-28D2147008AD}"/>
              </a:ext>
            </a:extLst>
          </p:cNvPr>
          <p:cNvSpPr/>
          <p:nvPr/>
        </p:nvSpPr>
        <p:spPr>
          <a:xfrm>
            <a:off x="8080717" y="524156"/>
            <a:ext cx="2558672" cy="236321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FEBDCB9A-D2EE-D26B-C056-8CC783AFCE5E}"/>
                  </a:ext>
                </a:extLst>
              </p:cNvPr>
              <p:cNvSpPr txBox="1"/>
              <p:nvPr/>
            </p:nvSpPr>
            <p:spPr>
              <a:xfrm>
                <a:off x="9895072" y="2391021"/>
                <a:ext cx="571901" cy="41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𝑟𝑒𝑙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,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CN" sz="1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endParaRPr lang="zh-CN" altLang="en-US" sz="10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FEBDCB9A-D2EE-D26B-C056-8CC783AFC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072" y="2391021"/>
                <a:ext cx="571901" cy="412292"/>
              </a:xfrm>
              <a:prstGeom prst="rect">
                <a:avLst/>
              </a:prstGeom>
              <a:blipFill>
                <a:blip r:embed="rId8"/>
                <a:stretch>
                  <a:fillRect r="-1064" b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7C876266-404E-6652-9CA1-A59482A89F80}"/>
                  </a:ext>
                </a:extLst>
              </p:cNvPr>
              <p:cNvSpPr txBox="1"/>
              <p:nvPr/>
            </p:nvSpPr>
            <p:spPr>
              <a:xfrm>
                <a:off x="8072323" y="795187"/>
                <a:ext cx="571901" cy="41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𝑟𝑒𝑙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,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1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endParaRPr lang="zh-CN" altLang="en-US" sz="10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7C876266-404E-6652-9CA1-A59482A89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2323" y="795187"/>
                <a:ext cx="571901" cy="412292"/>
              </a:xfrm>
              <a:prstGeom prst="rect">
                <a:avLst/>
              </a:prstGeom>
              <a:blipFill>
                <a:blip r:embed="rId16"/>
                <a:stretch>
                  <a:fillRect r="-2128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5CA993E9-8624-8049-D4F9-4B8330CC436B}"/>
                  </a:ext>
                </a:extLst>
              </p:cNvPr>
              <p:cNvSpPr txBox="1"/>
              <p:nvPr/>
            </p:nvSpPr>
            <p:spPr>
              <a:xfrm>
                <a:off x="9735754" y="1546585"/>
                <a:ext cx="361950" cy="2512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ar-AE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SupPr>
                        <m:e>
                          <m:r>
                            <a:rPr lang="zh-CN" altLang="ar-AE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ar-AE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𝑐𝑎𝑛𝑑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5CA993E9-8624-8049-D4F9-4B8330CC4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754" y="1546585"/>
                <a:ext cx="361950" cy="251287"/>
              </a:xfrm>
              <a:prstGeom prst="rect">
                <a:avLst/>
              </a:prstGeom>
              <a:blipFill>
                <a:blip r:embed="rId17"/>
                <a:stretch>
                  <a:fillRect r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17FEF5E1-7BF1-D1B3-B3CB-69FD0245591A}"/>
                  </a:ext>
                </a:extLst>
              </p:cNvPr>
              <p:cNvSpPr txBox="1"/>
              <p:nvPr/>
            </p:nvSpPr>
            <p:spPr>
              <a:xfrm>
                <a:off x="8639353" y="2490925"/>
                <a:ext cx="1634045" cy="259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ℛ</m:t>
                          </m:r>
                        </m:e>
                        <m:sub>
                          <m:r>
                            <a:rPr lang="zh-CN" altLang="en-US" sz="1000" b="0" i="1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𝜂</m:t>
                          </m:r>
                        </m:sub>
                      </m:sSub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ℛ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1,</m:t>
                          </m:r>
                          <m:r>
                            <a:rPr lang="zh-CN" alt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𝜂</m:t>
                          </m:r>
                        </m:sub>
                      </m:sSub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scadia Code" panose="020B0609020000020004" pitchFamily="49" charset="0"/>
                        </a:rPr>
                        <m:t>∪</m:t>
                      </m:r>
                      <m:sSub>
                        <m:sSubPr>
                          <m:ctrlPr>
                            <a:rPr lang="en-US" altLang="zh-CN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ℛ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2,</m:t>
                          </m:r>
                          <m:r>
                            <a:rPr lang="zh-CN" altLang="en-US" sz="1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𝜂</m:t>
                          </m:r>
                        </m:sub>
                      </m:sSub>
                    </m:oMath>
                  </m:oMathPara>
                </a14:m>
                <a:endParaRPr lang="en-US" altLang="zh-CN" sz="1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17FEF5E1-7BF1-D1B3-B3CB-69FD02455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353" y="2490925"/>
                <a:ext cx="1634045" cy="259943"/>
              </a:xfrm>
              <a:prstGeom prst="rect">
                <a:avLst/>
              </a:prstGeom>
              <a:blipFill>
                <a:blip r:embed="rId18"/>
                <a:stretch>
                  <a:fillRect t="-2381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15E9DFDD-FB63-2CFB-5194-D5392F61D269}"/>
                  </a:ext>
                </a:extLst>
              </p:cNvPr>
              <p:cNvSpPr txBox="1"/>
              <p:nvPr/>
            </p:nvSpPr>
            <p:spPr>
              <a:xfrm>
                <a:off x="8669340" y="1187009"/>
                <a:ext cx="36195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10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SupPr>
                        <m:e>
                          <m:r>
                            <a:rPr lang="en-US" altLang="zh-CN" sz="10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0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15E9DFDD-FB63-2CFB-5194-D5392F61D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340" y="1187009"/>
                <a:ext cx="361950" cy="24622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3B54B152-6D6F-E601-992D-B72574CEC782}"/>
                  </a:ext>
                </a:extLst>
              </p:cNvPr>
              <p:cNvSpPr txBox="1"/>
              <p:nvPr/>
            </p:nvSpPr>
            <p:spPr>
              <a:xfrm>
                <a:off x="9887707" y="906652"/>
                <a:ext cx="373380" cy="259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ℛ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1,</m:t>
                          </m:r>
                          <m:r>
                            <a:rPr lang="zh-CN" alt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𝜂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3B54B152-6D6F-E601-992D-B72574CEC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707" y="906652"/>
                <a:ext cx="373380" cy="2599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14A2D1A3-7B51-BB31-0644-3D7B865852A9}"/>
                  </a:ext>
                </a:extLst>
              </p:cNvPr>
              <p:cNvSpPr txBox="1"/>
              <p:nvPr/>
            </p:nvSpPr>
            <p:spPr>
              <a:xfrm>
                <a:off x="9781974" y="1902979"/>
                <a:ext cx="449580" cy="259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ℛ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scadia Code" panose="020B0609020000020004" pitchFamily="49" charset="0"/>
                            </a:rPr>
                            <m:t>2,</m:t>
                          </m:r>
                          <m:r>
                            <a:rPr lang="zh-CN" altLang="en-US" sz="1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𝜂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14A2D1A3-7B51-BB31-0644-3D7B86585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974" y="1902979"/>
                <a:ext cx="449580" cy="2599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B9589650-4F1F-DC15-E863-7E6BB2356004}"/>
                  </a:ext>
                </a:extLst>
              </p:cNvPr>
              <p:cNvSpPr txBox="1"/>
              <p:nvPr/>
            </p:nvSpPr>
            <p:spPr>
              <a:xfrm>
                <a:off x="9152957" y="968816"/>
                <a:ext cx="36195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0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zh-CN" altLang="en-US" sz="10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∆</m:t>
                          </m:r>
                          <m:r>
                            <a:rPr lang="en-US" altLang="zh-CN" sz="1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𝑃𝑉𝑂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B9589650-4F1F-DC15-E863-7E6BB2356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957" y="968816"/>
                <a:ext cx="361950" cy="246221"/>
              </a:xfrm>
              <a:prstGeom prst="rect">
                <a:avLst/>
              </a:prstGeom>
              <a:blipFill>
                <a:blip r:embed="rId22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文本框 223">
            <a:extLst>
              <a:ext uri="{FF2B5EF4-FFF2-40B4-BE49-F238E27FC236}">
                <a16:creationId xmlns:a16="http://schemas.microsoft.com/office/drawing/2014/main" id="{161D72AE-CBE9-C573-E0ED-776ADB33FAFC}"/>
              </a:ext>
            </a:extLst>
          </p:cNvPr>
          <p:cNvSpPr txBox="1"/>
          <p:nvPr/>
        </p:nvSpPr>
        <p:spPr>
          <a:xfrm>
            <a:off x="1387403" y="616559"/>
            <a:ext cx="4495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(a)</a:t>
            </a:r>
            <a:endParaRPr lang="zh-CN" altLang="en-US" dirty="0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6082ABE3-16A4-0DBC-0DA0-B43BB277E148}"/>
              </a:ext>
            </a:extLst>
          </p:cNvPr>
          <p:cNvSpPr txBox="1"/>
          <p:nvPr/>
        </p:nvSpPr>
        <p:spPr>
          <a:xfrm>
            <a:off x="5472566" y="594896"/>
            <a:ext cx="4495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(b)</a:t>
            </a:r>
            <a:endParaRPr lang="zh-CN" altLang="en-US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A67498A8-65B8-5ABB-5C84-E01C4AA90142}"/>
              </a:ext>
            </a:extLst>
          </p:cNvPr>
          <p:cNvSpPr txBox="1"/>
          <p:nvPr/>
        </p:nvSpPr>
        <p:spPr>
          <a:xfrm>
            <a:off x="8194645" y="595939"/>
            <a:ext cx="4495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(c)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79DD9B-FCB5-DA13-08B9-D18FCB722342}"/>
              </a:ext>
            </a:extLst>
          </p:cNvPr>
          <p:cNvSpPr txBox="1"/>
          <p:nvPr/>
        </p:nvSpPr>
        <p:spPr>
          <a:xfrm>
            <a:off x="1686080" y="615872"/>
            <a:ext cx="25508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00" dirty="0">
                <a:latin typeface="Cascadia Code" panose="020B0609020000020004" pitchFamily="49" charset="0"/>
                <a:cs typeface="Cascadia Code" panose="020B0609020000020004" pitchFamily="49" charset="0"/>
              </a:rPr>
              <a:t>Dual Dynamic Obstacle Scenario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914239-62A2-AED8-B05F-D60B6C06FAFC}"/>
              </a:ext>
            </a:extLst>
          </p:cNvPr>
          <p:cNvSpPr txBox="1"/>
          <p:nvPr/>
        </p:nvSpPr>
        <p:spPr>
          <a:xfrm>
            <a:off x="5796525" y="615254"/>
            <a:ext cx="929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00" dirty="0">
                <a:latin typeface="Cascadia Code" panose="020B0609020000020004" pitchFamily="49" charset="0"/>
                <a:cs typeface="Cascadia Code" panose="020B0609020000020004" pitchFamily="49" charset="0"/>
              </a:rPr>
              <a:t>VO / PVO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791F4E-B158-766F-24DF-299879036EB6}"/>
              </a:ext>
            </a:extLst>
          </p:cNvPr>
          <p:cNvSpPr txBox="1"/>
          <p:nvPr/>
        </p:nvSpPr>
        <p:spPr>
          <a:xfrm>
            <a:off x="8497927" y="615645"/>
            <a:ext cx="929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00" dirty="0">
                <a:latin typeface="Cascadia Code" panose="020B0609020000020004" pitchFamily="49" charset="0"/>
                <a:cs typeface="Cascadia Code" panose="020B0609020000020004" pitchFamily="49" charset="0"/>
              </a:rPr>
              <a:t>AVO (Ours)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096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226</Words>
  <Application>Microsoft Office PowerPoint</Application>
  <PresentationFormat>宽屏</PresentationFormat>
  <Paragraphs>60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Cascadia Code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Darkholme</dc:creator>
  <cp:lastModifiedBy>Van Darkholme</cp:lastModifiedBy>
  <cp:revision>28</cp:revision>
  <dcterms:created xsi:type="dcterms:W3CDTF">2026-09-22T02:17:00Z</dcterms:created>
  <dcterms:modified xsi:type="dcterms:W3CDTF">2026-09-24T03:01:08Z</dcterms:modified>
</cp:coreProperties>
</file>